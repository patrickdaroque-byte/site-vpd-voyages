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5334000" cy="7562850"/>
  <p:notesSz cx="5334000" cy="75628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316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90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0050" y="2344483"/>
            <a:ext cx="453390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100" y="4235196"/>
            <a:ext cx="3733799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86279" y="3779520"/>
            <a:ext cx="1541779" cy="772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981200" y="3774440"/>
            <a:ext cx="1551940" cy="782320"/>
          </a:xfrm>
          <a:custGeom>
            <a:avLst/>
            <a:gdLst/>
            <a:ahLst/>
            <a:cxnLst/>
            <a:rect l="l" t="t" r="r" b="b"/>
            <a:pathLst>
              <a:path w="1551939" h="782320">
                <a:moveTo>
                  <a:pt x="0" y="0"/>
                </a:moveTo>
                <a:lnTo>
                  <a:pt x="1551939" y="0"/>
                </a:lnTo>
                <a:lnTo>
                  <a:pt x="1551939" y="782319"/>
                </a:lnTo>
                <a:lnTo>
                  <a:pt x="0" y="782319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6700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47009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520" y="1494746"/>
            <a:ext cx="3858958" cy="401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700" y="1739455"/>
            <a:ext cx="480059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3560" y="7033450"/>
            <a:ext cx="1706879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700" y="7033450"/>
            <a:ext cx="12268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40480" y="7033450"/>
            <a:ext cx="12268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tre-assistance.fr/%2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7" Type="http://schemas.openxmlformats.org/officeDocument/2006/relationships/image" Target="../media/image5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jpg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ltoque.com/tasas-de-cambio-de-moneda-en-cuba-hoy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48" y="625131"/>
            <a:ext cx="3959860" cy="6383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22250" algn="ctr">
              <a:lnSpc>
                <a:spcPct val="100000"/>
              </a:lnSpc>
            </a:pP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Cuba</a:t>
            </a:r>
            <a:endParaRPr sz="1800" dirty="0">
              <a:latin typeface="Arial"/>
              <a:cs typeface="Arial"/>
            </a:endParaRPr>
          </a:p>
          <a:p>
            <a:pPr marR="220345" algn="ctr">
              <a:lnSpc>
                <a:spcPct val="100000"/>
              </a:lnSpc>
              <a:spcBef>
                <a:spcPts val="400"/>
              </a:spcBef>
            </a:pPr>
            <a:r>
              <a:rPr sz="1800" i="1" spc="-16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ang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L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ane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 marR="8763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au</a:t>
            </a:r>
            <a:r>
              <a:rPr sz="1400" b="1" spc="-2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5</a:t>
            </a:r>
            <a:r>
              <a:rPr sz="1400" b="1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octobre</a:t>
            </a:r>
            <a:r>
              <a:rPr sz="1400" b="1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202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6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au 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Fes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val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avane,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événe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ent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ê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ant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pass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 cu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cuba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cad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oû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cap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découv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 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spe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ac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danse,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avec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os,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f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f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vescence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ongas</a:t>
            </a:r>
            <a:r>
              <a:rPr sz="1400" spc="-7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sous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122555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avane,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égnés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us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93345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écouv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dad,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E0E0E"/>
                </a:solidFill>
                <a:latin typeface="Arial"/>
                <a:cs typeface="Arial"/>
              </a:rPr>
              <a:t>j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au</a:t>
            </a:r>
            <a:r>
              <a:rPr sz="1400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al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assé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l’UNESC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avec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pavées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 son a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e,</a:t>
            </a:r>
            <a:r>
              <a:rPr sz="1400" spc="-6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Pl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45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ga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èb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ochons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!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ña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èb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pour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3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i="1" dirty="0">
                <a:solidFill>
                  <a:srgbClr val="0E0E0E"/>
                </a:solidFill>
                <a:latin typeface="Arial"/>
                <a:cs typeface="Arial"/>
              </a:rPr>
              <a:t>ogo</a:t>
            </a:r>
            <a:r>
              <a:rPr sz="1400" i="1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i="1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abac.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17145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vo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age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égance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cha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eur cuba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pour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ence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noub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5995" y="773804"/>
            <a:ext cx="91757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Arial"/>
                <a:cs typeface="Arial"/>
              </a:rPr>
              <a:t>C</a:t>
            </a:r>
            <a:r>
              <a:rPr sz="2800" b="1" i="1" spc="5" dirty="0">
                <a:latin typeface="Arial"/>
                <a:cs typeface="Arial"/>
              </a:rPr>
              <a:t>uba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20239" y="1978660"/>
            <a:ext cx="3225799" cy="2158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560" y="4643120"/>
            <a:ext cx="2951479" cy="20167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59" y="1384300"/>
            <a:ext cx="1798320" cy="1574800"/>
          </a:xfrm>
          <a:custGeom>
            <a:avLst/>
            <a:gdLst/>
            <a:ahLst/>
            <a:cxnLst/>
            <a:rect l="l" t="t" r="r" b="b"/>
            <a:pathLst>
              <a:path w="1798320" h="1574800">
                <a:moveTo>
                  <a:pt x="899160" y="0"/>
                </a:moveTo>
                <a:lnTo>
                  <a:pt x="825414" y="2610"/>
                </a:lnTo>
                <a:lnTo>
                  <a:pt x="753310" y="10305"/>
                </a:lnTo>
                <a:lnTo>
                  <a:pt x="683080" y="22883"/>
                </a:lnTo>
                <a:lnTo>
                  <a:pt x="614954" y="40141"/>
                </a:lnTo>
                <a:lnTo>
                  <a:pt x="549165" y="61877"/>
                </a:lnTo>
                <a:lnTo>
                  <a:pt x="485942" y="87887"/>
                </a:lnTo>
                <a:lnTo>
                  <a:pt x="425519" y="117969"/>
                </a:lnTo>
                <a:lnTo>
                  <a:pt x="368126" y="151921"/>
                </a:lnTo>
                <a:lnTo>
                  <a:pt x="313995" y="189539"/>
                </a:lnTo>
                <a:lnTo>
                  <a:pt x="263356" y="230622"/>
                </a:lnTo>
                <a:lnTo>
                  <a:pt x="216442" y="274966"/>
                </a:lnTo>
                <a:lnTo>
                  <a:pt x="173484" y="322369"/>
                </a:lnTo>
                <a:lnTo>
                  <a:pt x="134714" y="372629"/>
                </a:lnTo>
                <a:lnTo>
                  <a:pt x="100362" y="425542"/>
                </a:lnTo>
                <a:lnTo>
                  <a:pt x="70660" y="480906"/>
                </a:lnTo>
                <a:lnTo>
                  <a:pt x="45839" y="538519"/>
                </a:lnTo>
                <a:lnTo>
                  <a:pt x="26131" y="598177"/>
                </a:lnTo>
                <a:lnTo>
                  <a:pt x="11768" y="659678"/>
                </a:lnTo>
                <a:lnTo>
                  <a:pt x="2980" y="722820"/>
                </a:lnTo>
                <a:lnTo>
                  <a:pt x="0" y="787400"/>
                </a:lnTo>
                <a:lnTo>
                  <a:pt x="2980" y="851979"/>
                </a:lnTo>
                <a:lnTo>
                  <a:pt x="11768" y="915121"/>
                </a:lnTo>
                <a:lnTo>
                  <a:pt x="26131" y="976622"/>
                </a:lnTo>
                <a:lnTo>
                  <a:pt x="45839" y="1036280"/>
                </a:lnTo>
                <a:lnTo>
                  <a:pt x="70660" y="1093893"/>
                </a:lnTo>
                <a:lnTo>
                  <a:pt x="100362" y="1149257"/>
                </a:lnTo>
                <a:lnTo>
                  <a:pt x="134714" y="1202170"/>
                </a:lnTo>
                <a:lnTo>
                  <a:pt x="173484" y="1252430"/>
                </a:lnTo>
                <a:lnTo>
                  <a:pt x="216442" y="1299833"/>
                </a:lnTo>
                <a:lnTo>
                  <a:pt x="263356" y="1344177"/>
                </a:lnTo>
                <a:lnTo>
                  <a:pt x="313995" y="1385260"/>
                </a:lnTo>
                <a:lnTo>
                  <a:pt x="368126" y="1422878"/>
                </a:lnTo>
                <a:lnTo>
                  <a:pt x="425519" y="1456830"/>
                </a:lnTo>
                <a:lnTo>
                  <a:pt x="485942" y="1486912"/>
                </a:lnTo>
                <a:lnTo>
                  <a:pt x="549165" y="1512922"/>
                </a:lnTo>
                <a:lnTo>
                  <a:pt x="614954" y="1534658"/>
                </a:lnTo>
                <a:lnTo>
                  <a:pt x="683080" y="1551916"/>
                </a:lnTo>
                <a:lnTo>
                  <a:pt x="753310" y="1564494"/>
                </a:lnTo>
                <a:lnTo>
                  <a:pt x="825414" y="1572189"/>
                </a:lnTo>
                <a:lnTo>
                  <a:pt x="899160" y="1574800"/>
                </a:lnTo>
                <a:lnTo>
                  <a:pt x="972905" y="1572189"/>
                </a:lnTo>
                <a:lnTo>
                  <a:pt x="1045009" y="1564494"/>
                </a:lnTo>
                <a:lnTo>
                  <a:pt x="1115239" y="1551916"/>
                </a:lnTo>
                <a:lnTo>
                  <a:pt x="1183365" y="1534658"/>
                </a:lnTo>
                <a:lnTo>
                  <a:pt x="1249154" y="1512922"/>
                </a:lnTo>
                <a:lnTo>
                  <a:pt x="1312377" y="1486912"/>
                </a:lnTo>
                <a:lnTo>
                  <a:pt x="1372800" y="1456830"/>
                </a:lnTo>
                <a:lnTo>
                  <a:pt x="1430193" y="1422878"/>
                </a:lnTo>
                <a:lnTo>
                  <a:pt x="1484324" y="1385260"/>
                </a:lnTo>
                <a:lnTo>
                  <a:pt x="1534963" y="1344177"/>
                </a:lnTo>
                <a:lnTo>
                  <a:pt x="1581877" y="1299833"/>
                </a:lnTo>
                <a:lnTo>
                  <a:pt x="1624835" y="1252430"/>
                </a:lnTo>
                <a:lnTo>
                  <a:pt x="1663605" y="1202170"/>
                </a:lnTo>
                <a:lnTo>
                  <a:pt x="1697957" y="1149257"/>
                </a:lnTo>
                <a:lnTo>
                  <a:pt x="1727659" y="1093893"/>
                </a:lnTo>
                <a:lnTo>
                  <a:pt x="1752480" y="1036280"/>
                </a:lnTo>
                <a:lnTo>
                  <a:pt x="1772188" y="976622"/>
                </a:lnTo>
                <a:lnTo>
                  <a:pt x="1786551" y="915121"/>
                </a:lnTo>
                <a:lnTo>
                  <a:pt x="1795339" y="851979"/>
                </a:lnTo>
                <a:lnTo>
                  <a:pt x="1798320" y="787400"/>
                </a:lnTo>
                <a:lnTo>
                  <a:pt x="1795339" y="722820"/>
                </a:lnTo>
                <a:lnTo>
                  <a:pt x="1786551" y="659678"/>
                </a:lnTo>
                <a:lnTo>
                  <a:pt x="1772188" y="598177"/>
                </a:lnTo>
                <a:lnTo>
                  <a:pt x="1752480" y="538519"/>
                </a:lnTo>
                <a:lnTo>
                  <a:pt x="1727659" y="480906"/>
                </a:lnTo>
                <a:lnTo>
                  <a:pt x="1697957" y="425542"/>
                </a:lnTo>
                <a:lnTo>
                  <a:pt x="1663605" y="372629"/>
                </a:lnTo>
                <a:lnTo>
                  <a:pt x="1624835" y="322369"/>
                </a:lnTo>
                <a:lnTo>
                  <a:pt x="1581877" y="274966"/>
                </a:lnTo>
                <a:lnTo>
                  <a:pt x="1534963" y="230622"/>
                </a:lnTo>
                <a:lnTo>
                  <a:pt x="1484324" y="189539"/>
                </a:lnTo>
                <a:lnTo>
                  <a:pt x="1430193" y="151921"/>
                </a:lnTo>
                <a:lnTo>
                  <a:pt x="1372800" y="117969"/>
                </a:lnTo>
                <a:lnTo>
                  <a:pt x="1312377" y="87887"/>
                </a:lnTo>
                <a:lnTo>
                  <a:pt x="1249154" y="61877"/>
                </a:lnTo>
                <a:lnTo>
                  <a:pt x="1183365" y="40141"/>
                </a:lnTo>
                <a:lnTo>
                  <a:pt x="1115239" y="22883"/>
                </a:lnTo>
                <a:lnTo>
                  <a:pt x="1045009" y="10305"/>
                </a:lnTo>
                <a:lnTo>
                  <a:pt x="972905" y="2610"/>
                </a:lnTo>
                <a:lnTo>
                  <a:pt x="899160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5650" y="1868419"/>
            <a:ext cx="1064895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03200">
              <a:lnSpc>
                <a:spcPct val="100000"/>
              </a:lnSpc>
            </a:pPr>
            <a:r>
              <a:rPr sz="1400" i="1" spc="-12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ango</a:t>
            </a:r>
            <a:r>
              <a:rPr sz="14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spc="5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avane…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22600" y="4902200"/>
            <a:ext cx="2306320" cy="0"/>
          </a:xfrm>
          <a:custGeom>
            <a:avLst/>
            <a:gdLst/>
            <a:ahLst/>
            <a:cxnLst/>
            <a:rect l="l" t="t" r="r" b="b"/>
            <a:pathLst>
              <a:path w="2306320">
                <a:moveTo>
                  <a:pt x="0" y="0"/>
                </a:moveTo>
                <a:lnTo>
                  <a:pt x="2306320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2600" y="4902200"/>
            <a:ext cx="2306320" cy="1991360"/>
          </a:xfrm>
          <a:custGeom>
            <a:avLst/>
            <a:gdLst/>
            <a:ahLst/>
            <a:cxnLst/>
            <a:rect l="l" t="t" r="r" b="b"/>
            <a:pathLst>
              <a:path w="2306320" h="1991359">
                <a:moveTo>
                  <a:pt x="2306320" y="1991360"/>
                </a:moveTo>
                <a:lnTo>
                  <a:pt x="0" y="1991360"/>
                </a:lnTo>
                <a:lnTo>
                  <a:pt x="0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02605" y="5033173"/>
            <a:ext cx="2146300" cy="148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…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 dé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ouve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444500" indent="-165100">
              <a:lnSpc>
                <a:spcPct val="100000"/>
              </a:lnSpc>
              <a:buFont typeface="Wingdings"/>
              <a:buChar char=""/>
              <a:tabLst>
                <a:tab pos="445134" algn="l"/>
              </a:tabLst>
            </a:pP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avane</a:t>
            </a:r>
            <a:endParaRPr sz="1400">
              <a:latin typeface="Arial"/>
              <a:cs typeface="Arial"/>
            </a:endParaRPr>
          </a:p>
          <a:p>
            <a:pPr marL="444500" indent="-16510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445134" algn="l"/>
              </a:tabLst>
            </a:pP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</a:t>
            </a:r>
            <a:endParaRPr sz="1400">
              <a:latin typeface="Arial"/>
              <a:cs typeface="Arial"/>
            </a:endParaRPr>
          </a:p>
          <a:p>
            <a:pPr marL="444500" indent="-16510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445134" algn="l"/>
              </a:tabLst>
            </a:pP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258" y="511836"/>
            <a:ext cx="41313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Passe</a:t>
            </a:r>
            <a:r>
              <a:rPr sz="1600" b="1" dirty="0">
                <a:latin typeface="Arial"/>
                <a:cs typeface="Arial"/>
              </a:rPr>
              <a:t>po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t</a:t>
            </a:r>
            <a:r>
              <a:rPr sz="1600" b="1" dirty="0">
                <a:latin typeface="Arial"/>
                <a:cs typeface="Arial"/>
              </a:rPr>
              <a:t>ou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t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5" dirty="0">
                <a:latin typeface="Arial"/>
                <a:cs typeface="Arial"/>
              </a:rPr>
              <a:t>’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j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240" y="1480820"/>
            <a:ext cx="1170927" cy="1668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1228" y="1757359"/>
            <a:ext cx="3535679" cy="1021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buFont typeface="Arial"/>
              <a:buChar char="•"/>
              <a:tabLst>
                <a:tab pos="122555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epo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va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ès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Font typeface="Arial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627380" lvl="1" indent="-347980">
              <a:lnSpc>
                <a:spcPct val="100000"/>
              </a:lnSpc>
              <a:buFont typeface="Wingdings"/>
              <a:buChar char=""/>
              <a:tabLst>
                <a:tab pos="628015" algn="l"/>
              </a:tabLst>
            </a:pPr>
            <a:r>
              <a:rPr sz="1400" i="1" dirty="0">
                <a:latin typeface="Arial"/>
                <a:cs typeface="Arial"/>
              </a:rPr>
              <a:t>nu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+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pho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ocop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7520" y="4500880"/>
            <a:ext cx="4462767" cy="2230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169" y="4494530"/>
            <a:ext cx="4475480" cy="2242820"/>
          </a:xfrm>
          <a:custGeom>
            <a:avLst/>
            <a:gdLst/>
            <a:ahLst/>
            <a:cxnLst/>
            <a:rect l="l" t="t" r="r" b="b"/>
            <a:pathLst>
              <a:path w="4475480" h="2242820">
                <a:moveTo>
                  <a:pt x="0" y="0"/>
                </a:moveTo>
                <a:lnTo>
                  <a:pt x="4475480" y="0"/>
                </a:lnTo>
                <a:lnTo>
                  <a:pt x="4475480" y="2242820"/>
                </a:lnTo>
                <a:lnTo>
                  <a:pt x="0" y="22428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8609" y="3866752"/>
            <a:ext cx="416560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buFont typeface="Wingdings"/>
              <a:buChar char=""/>
              <a:tabLst>
                <a:tab pos="347980" algn="l"/>
              </a:tabLst>
            </a:pPr>
            <a:r>
              <a:rPr sz="1400" spc="5" dirty="0">
                <a:latin typeface="Arial"/>
                <a:cs typeface="Arial"/>
              </a:rPr>
              <a:t>Pl</a:t>
            </a:r>
            <a:r>
              <a:rPr sz="1400" dirty="0">
                <a:latin typeface="Arial"/>
                <a:cs typeface="Arial"/>
              </a:rPr>
              <a:t>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sa)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acé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par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35750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Fo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“</a:t>
            </a:r>
            <a:r>
              <a:rPr sz="1400" i="1" spc="5" dirty="0">
                <a:latin typeface="Arial"/>
                <a:cs typeface="Arial"/>
              </a:rPr>
              <a:t>D</a:t>
            </a:r>
            <a:r>
              <a:rPr sz="1400" i="1" spc="-35" dirty="0">
                <a:latin typeface="Arial"/>
                <a:cs typeface="Arial"/>
              </a:rPr>
              <a:t>’</a:t>
            </a:r>
            <a:r>
              <a:rPr sz="1400" i="1" spc="-15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j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os”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7" y="503402"/>
            <a:ext cx="4782185" cy="6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26285">
              <a:lnSpc>
                <a:spcPct val="100000"/>
              </a:lnSpc>
            </a:pPr>
            <a:r>
              <a:rPr sz="1600" b="1" spc="-60" dirty="0">
                <a:latin typeface="Arial"/>
                <a:cs typeface="Arial"/>
              </a:rPr>
              <a:t>A</a:t>
            </a:r>
            <a:r>
              <a:rPr sz="1600" b="1" spc="-10" dirty="0">
                <a:latin typeface="Arial"/>
                <a:cs typeface="Arial"/>
              </a:rPr>
              <a:t>ss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ob</a:t>
            </a:r>
            <a:r>
              <a:rPr sz="1600" b="1" spc="-5" dirty="0">
                <a:latin typeface="Arial"/>
                <a:cs typeface="Arial"/>
              </a:rPr>
              <a:t>li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ir</a:t>
            </a: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U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è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dent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pendant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sé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our 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189" y="1802130"/>
            <a:ext cx="5080000" cy="14732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45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5" dirty="0">
                <a:latin typeface="Arial"/>
                <a:cs typeface="Arial"/>
              </a:rPr>
              <a:t>’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assoc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ée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Vi</a:t>
            </a:r>
            <a:r>
              <a:rPr sz="1400" dirty="0">
                <a:latin typeface="Arial"/>
                <a:cs typeface="Arial"/>
              </a:rPr>
              <a:t>sa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99490">
              <a:lnSpc>
                <a:spcPct val="100000"/>
              </a:lnSpc>
              <a:spcBef>
                <a:spcPts val="700"/>
              </a:spcBef>
            </a:pPr>
            <a:r>
              <a:rPr sz="1400" dirty="0">
                <a:latin typeface="Wingdings"/>
                <a:cs typeface="Wingdings"/>
              </a:rPr>
              <a:t>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h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tt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ps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://</a:t>
            </a:r>
            <a:r>
              <a:rPr sz="1400" u="sng" spc="-3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w</a:t>
            </a:r>
            <a:r>
              <a:rPr sz="1400" u="sng" spc="-1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ww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.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vo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tr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-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ass</a:t>
            </a:r>
            <a:r>
              <a:rPr sz="1400" u="sng" spc="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i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ance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.</a:t>
            </a:r>
            <a:r>
              <a:rPr sz="1400" u="sng" spc="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f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r/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#/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5090" marR="207645" indent="-63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9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2929FF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2929FF"/>
                </a:solidFill>
                <a:latin typeface="Arial"/>
                <a:cs typeface="Arial"/>
              </a:rPr>
              <a:t>rt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2929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2929FF"/>
                </a:solidFill>
                <a:latin typeface="Arial"/>
                <a:cs typeface="Arial"/>
              </a:rPr>
              <a:t>Bl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eue</a:t>
            </a:r>
            <a:r>
              <a:rPr sz="1400" spc="-30" dirty="0">
                <a:solidFill>
                  <a:srgbClr val="2929FF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pour accéder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ande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éd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al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" y="858520"/>
            <a:ext cx="5166359" cy="6451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59255" y="4034886"/>
            <a:ext cx="3621404" cy="212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476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endant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age,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vous béné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ez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une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24</a:t>
            </a:r>
            <a:r>
              <a:rPr sz="1400" spc="-10" dirty="0">
                <a:latin typeface="Arial"/>
                <a:cs typeface="Arial"/>
              </a:rPr>
              <a:t>/</a:t>
            </a:r>
            <a:r>
              <a:rPr sz="1400" dirty="0">
                <a:latin typeface="Arial"/>
                <a:cs typeface="Arial"/>
              </a:rPr>
              <a:t>24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- 7</a:t>
            </a:r>
            <a:r>
              <a:rPr sz="1400" spc="-10" dirty="0">
                <a:latin typeface="Arial"/>
                <a:cs typeface="Arial"/>
              </a:rPr>
              <a:t>/</a:t>
            </a:r>
            <a:r>
              <a:rPr sz="1400" dirty="0">
                <a:latin typeface="Arial"/>
                <a:cs typeface="Arial"/>
              </a:rPr>
              <a:t>7.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dirty="0">
                <a:latin typeface="Arial"/>
                <a:cs typeface="Arial"/>
              </a:rPr>
              <a:t>F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éd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caux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cas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 d</a:t>
            </a:r>
            <a:r>
              <a:rPr sz="1400" i="1" spc="-35" dirty="0">
                <a:latin typeface="Arial"/>
                <a:cs typeface="Arial"/>
              </a:rPr>
              <a:t>’</a:t>
            </a:r>
            <a:r>
              <a:rPr sz="1400" i="1" dirty="0">
                <a:latin typeface="Arial"/>
                <a:cs typeface="Arial"/>
              </a:rPr>
              <a:t>acc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dent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non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acqu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ance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dans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 pays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r</a:t>
            </a:r>
            <a:r>
              <a:rPr sz="1400" i="1" dirty="0">
                <a:latin typeface="Arial"/>
                <a:cs typeface="Arial"/>
              </a:rPr>
              <a:t>és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dence)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 155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€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spc="5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apa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</a:t>
            </a:r>
            <a:r>
              <a:rPr sz="1400" i="1" spc="-10" dirty="0">
                <a:latin typeface="Arial"/>
                <a:cs typeface="Arial"/>
              </a:rPr>
              <a:t> tr</a:t>
            </a:r>
            <a:r>
              <a:rPr sz="1400" i="1" dirty="0">
                <a:latin typeface="Arial"/>
                <a:cs typeface="Arial"/>
              </a:rPr>
              <a:t>anspo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san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spc="5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apa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</a:t>
            </a:r>
            <a:r>
              <a:rPr sz="1400" i="1" spc="-10" dirty="0">
                <a:latin typeface="Arial"/>
                <a:cs typeface="Arial"/>
              </a:rPr>
              <a:t> tr</a:t>
            </a:r>
            <a:r>
              <a:rPr sz="1400" i="1" dirty="0">
                <a:latin typeface="Arial"/>
                <a:cs typeface="Arial"/>
              </a:rPr>
              <a:t>anspo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" y="4394200"/>
            <a:ext cx="1239507" cy="2743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7645" y="5005948"/>
            <a:ext cx="1189558" cy="10226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3287" y="593655"/>
            <a:ext cx="21056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latin typeface="Arial"/>
                <a:cs typeface="Arial"/>
              </a:rPr>
              <a:t>CUB</a:t>
            </a:r>
            <a:r>
              <a:rPr sz="1400" b="1" spc="-35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, </a:t>
            </a:r>
            <a:r>
              <a:rPr sz="1400" b="1" spc="5" dirty="0">
                <a:latin typeface="Arial"/>
                <a:cs typeface="Arial"/>
              </a:rPr>
              <a:t>P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spc="-10" dirty="0">
                <a:latin typeface="Arial"/>
                <a:cs typeface="Arial"/>
              </a:rPr>
              <a:t>l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des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35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n</a:t>
            </a:r>
            <a:r>
              <a:rPr sz="1400" b="1" spc="-10" dirty="0">
                <a:latin typeface="Arial"/>
                <a:cs typeface="Arial"/>
              </a:rPr>
              <a:t>till</a:t>
            </a:r>
            <a:r>
              <a:rPr sz="1400" b="1" dirty="0">
                <a:latin typeface="Arial"/>
                <a:cs typeface="Arial"/>
              </a:rPr>
              <a:t>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787" y="4737360"/>
            <a:ext cx="4089400" cy="970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19100"/>
              </a:lnSpc>
            </a:pPr>
            <a:r>
              <a:rPr sz="1400" dirty="0">
                <a:latin typeface="Tahoma"/>
                <a:cs typeface="Tahoma"/>
              </a:rPr>
              <a:t>1</a:t>
            </a:r>
            <a:r>
              <a:rPr sz="1400" spc="-5" dirty="0">
                <a:latin typeface="Tahoma"/>
                <a:cs typeface="Tahoma"/>
              </a:rPr>
              <a:t> 25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’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dirty="0">
                <a:latin typeface="Tahoma"/>
                <a:cs typeface="Tahoma"/>
              </a:rPr>
              <a:t>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 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20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u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N</a:t>
            </a:r>
            <a:r>
              <a:rPr sz="1400" spc="-5" dirty="0">
                <a:latin typeface="Tahoma"/>
                <a:cs typeface="Tahoma"/>
              </a:rPr>
              <a:t>or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u S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d </a:t>
            </a:r>
            <a:r>
              <a:rPr sz="1400" spc="-5" dirty="0">
                <a:latin typeface="Tahoma"/>
                <a:cs typeface="Tahoma"/>
              </a:rPr>
              <a:t>14</a:t>
            </a:r>
            <a:r>
              <a:rPr sz="1400" dirty="0">
                <a:latin typeface="Tahoma"/>
                <a:cs typeface="Tahoma"/>
              </a:rPr>
              <a:t>8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u </a:t>
            </a:r>
            <a:r>
              <a:rPr sz="1400" spc="-5" dirty="0">
                <a:latin typeface="Tahoma"/>
                <a:cs typeface="Tahoma"/>
              </a:rPr>
              <a:t>su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ey </a:t>
            </a:r>
            <a:r>
              <a:rPr sz="1400" spc="-65" dirty="0">
                <a:latin typeface="Tahoma"/>
                <a:cs typeface="Tahoma"/>
              </a:rPr>
              <a:t>W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dirty="0">
                <a:latin typeface="Tahoma"/>
                <a:cs typeface="Tahoma"/>
              </a:rPr>
              <a:t>t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</a:t>
            </a:r>
            <a:r>
              <a:rPr sz="1400" spc="10" dirty="0">
                <a:latin typeface="Tahoma"/>
                <a:cs typeface="Tahoma"/>
              </a:rPr>
              <a:t>F</a:t>
            </a:r>
            <a:r>
              <a:rPr sz="1400" spc="-5" dirty="0">
                <a:latin typeface="Tahoma"/>
                <a:cs typeface="Tahoma"/>
              </a:rPr>
              <a:t>l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i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e)</a:t>
            </a:r>
            <a:endParaRPr sz="1400">
              <a:latin typeface="Tahoma"/>
              <a:cs typeface="Tahoma"/>
            </a:endParaRPr>
          </a:p>
          <a:p>
            <a:pPr marL="113664" marR="106045" algn="ctr">
              <a:lnSpc>
                <a:spcPct val="116700"/>
              </a:lnSpc>
              <a:spcBef>
                <a:spcPts val="35"/>
              </a:spcBef>
            </a:pPr>
            <a:r>
              <a:rPr sz="2100" baseline="1984" dirty="0">
                <a:latin typeface="Tahoma"/>
                <a:cs typeface="Tahoma"/>
              </a:rPr>
              <a:t>Un</a:t>
            </a:r>
            <a:r>
              <a:rPr sz="2100" spc="-30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Arial"/>
                <a:cs typeface="Arial"/>
              </a:rPr>
              <a:t>chape</a:t>
            </a:r>
            <a:r>
              <a:rPr sz="2100" spc="7" baseline="1984" dirty="0">
                <a:latin typeface="Arial"/>
                <a:cs typeface="Arial"/>
              </a:rPr>
              <a:t>l</a:t>
            </a:r>
            <a:r>
              <a:rPr sz="2100" baseline="1984" dirty="0">
                <a:latin typeface="Arial"/>
                <a:cs typeface="Arial"/>
              </a:rPr>
              <a:t>et</a:t>
            </a:r>
            <a:r>
              <a:rPr sz="2100" spc="30" baseline="1984" dirty="0">
                <a:latin typeface="Arial"/>
                <a:cs typeface="Arial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d</a:t>
            </a:r>
            <a:r>
              <a:rPr sz="2100" baseline="1984" dirty="0">
                <a:latin typeface="Tahoma"/>
                <a:cs typeface="Tahoma"/>
              </a:rPr>
              <a:t>e</a:t>
            </a:r>
            <a:r>
              <a:rPr sz="2100" spc="-22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Tahoma"/>
                <a:cs typeface="Tahoma"/>
              </a:rPr>
              <a:t>1</a:t>
            </a:r>
            <a:r>
              <a:rPr sz="2100" spc="-7" baseline="1984" dirty="0">
                <a:latin typeface="Tahoma"/>
                <a:cs typeface="Tahoma"/>
              </a:rPr>
              <a:t> 60</a:t>
            </a:r>
            <a:r>
              <a:rPr sz="2100" baseline="1984" dirty="0">
                <a:latin typeface="Tahoma"/>
                <a:cs typeface="Tahoma"/>
              </a:rPr>
              <a:t>0</a:t>
            </a:r>
            <a:r>
              <a:rPr sz="2100" spc="22" baseline="1984" dirty="0">
                <a:latin typeface="Tahoma"/>
                <a:cs typeface="Tahoma"/>
              </a:rPr>
              <a:t> </a:t>
            </a:r>
            <a:r>
              <a:rPr sz="1450" i="1" spc="-35" dirty="0">
                <a:latin typeface="MS PGothic"/>
                <a:cs typeface="MS PGothic"/>
              </a:rPr>
              <a:t>“</a:t>
            </a:r>
            <a:r>
              <a:rPr sz="2175" i="1" spc="-60" baseline="1915" dirty="0">
                <a:latin typeface="Tahoma"/>
                <a:cs typeface="Tahoma"/>
              </a:rPr>
              <a:t>c</a:t>
            </a:r>
            <a:r>
              <a:rPr sz="2175" i="1" spc="-44" baseline="1915" dirty="0">
                <a:latin typeface="Tahoma"/>
                <a:cs typeface="Tahoma"/>
              </a:rPr>
              <a:t>a</a:t>
            </a:r>
            <a:r>
              <a:rPr sz="2175" i="1" spc="-75" baseline="1915" dirty="0">
                <a:latin typeface="Tahoma"/>
                <a:cs typeface="Tahoma"/>
              </a:rPr>
              <a:t>y</a:t>
            </a:r>
            <a:r>
              <a:rPr sz="2175" i="1" spc="-52" baseline="1915" dirty="0">
                <a:latin typeface="Tahoma"/>
                <a:cs typeface="Tahoma"/>
              </a:rPr>
              <a:t>os</a:t>
            </a:r>
            <a:r>
              <a:rPr sz="1450" i="1" spc="-30" dirty="0">
                <a:latin typeface="MS PGothic"/>
                <a:cs typeface="MS PGothic"/>
              </a:rPr>
              <a:t>”</a:t>
            </a:r>
            <a:r>
              <a:rPr sz="1450" i="1" spc="-5" dirty="0">
                <a:latin typeface="MS PGothic"/>
                <a:cs typeface="MS PGothic"/>
              </a:rPr>
              <a:t> </a:t>
            </a:r>
            <a:r>
              <a:rPr sz="2100" spc="-15" baseline="1984" dirty="0">
                <a:latin typeface="Tahoma"/>
                <a:cs typeface="Tahoma"/>
              </a:rPr>
              <a:t>t</a:t>
            </a:r>
            <a:r>
              <a:rPr sz="2100" spc="-7" baseline="1984" dirty="0">
                <a:latin typeface="Tahoma"/>
                <a:cs typeface="Tahoma"/>
              </a:rPr>
              <a:t>ou</a:t>
            </a:r>
            <a:r>
              <a:rPr sz="2100" baseline="1984" dirty="0">
                <a:latin typeface="Tahoma"/>
                <a:cs typeface="Tahoma"/>
              </a:rPr>
              <a:t>t</a:t>
            </a:r>
            <a:r>
              <a:rPr sz="2100" spc="-15" baseline="1984" dirty="0">
                <a:latin typeface="Tahoma"/>
                <a:cs typeface="Tahoma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a</a:t>
            </a:r>
            <a:r>
              <a:rPr sz="2100" spc="-7" baseline="1984" dirty="0">
                <a:latin typeface="Tahoma"/>
                <a:cs typeface="Tahoma"/>
              </a:rPr>
              <a:t>u</a:t>
            </a:r>
            <a:r>
              <a:rPr sz="2100" spc="-15" baseline="1984" dirty="0">
                <a:latin typeface="Tahoma"/>
                <a:cs typeface="Tahoma"/>
              </a:rPr>
              <a:t>t</a:t>
            </a:r>
            <a:r>
              <a:rPr sz="2100" baseline="1984" dirty="0">
                <a:latin typeface="Tahoma"/>
                <a:cs typeface="Tahoma"/>
              </a:rPr>
              <a:t>o</a:t>
            </a:r>
            <a:r>
              <a:rPr sz="2100" spc="-7" baseline="1984" dirty="0">
                <a:latin typeface="Tahoma"/>
                <a:cs typeface="Tahoma"/>
              </a:rPr>
              <a:t>u</a:t>
            </a:r>
            <a:r>
              <a:rPr sz="2100" baseline="1984" dirty="0">
                <a:latin typeface="Tahoma"/>
                <a:cs typeface="Tahoma"/>
              </a:rPr>
              <a:t>r</a:t>
            </a:r>
            <a:r>
              <a:rPr sz="2100" spc="-7" baseline="1984" dirty="0">
                <a:latin typeface="Tahoma"/>
                <a:cs typeface="Tahoma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d</a:t>
            </a:r>
            <a:r>
              <a:rPr sz="2100" baseline="1984" dirty="0">
                <a:latin typeface="Tahoma"/>
                <a:cs typeface="Tahoma"/>
              </a:rPr>
              <a:t>e</a:t>
            </a:r>
            <a:r>
              <a:rPr sz="2100" spc="-22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Tahoma"/>
                <a:cs typeface="Tahoma"/>
              </a:rPr>
              <a:t>l</a:t>
            </a:r>
            <a:r>
              <a:rPr sz="2100" spc="150" baseline="1984" dirty="0">
                <a:latin typeface="Tahoma"/>
                <a:cs typeface="Tahoma"/>
              </a:rPr>
              <a:t>’</a:t>
            </a:r>
            <a:r>
              <a:rPr sz="2100" baseline="1984" dirty="0">
                <a:latin typeface="Tahoma"/>
                <a:cs typeface="Tahoma"/>
              </a:rPr>
              <a:t>î</a:t>
            </a:r>
            <a:r>
              <a:rPr sz="2100" spc="-7" baseline="1984" dirty="0">
                <a:latin typeface="Tahoma"/>
                <a:cs typeface="Tahoma"/>
              </a:rPr>
              <a:t>l</a:t>
            </a:r>
            <a:r>
              <a:rPr sz="2100" baseline="1984" dirty="0">
                <a:latin typeface="Tahoma"/>
                <a:cs typeface="Tahoma"/>
              </a:rPr>
              <a:t>e </a:t>
            </a:r>
            <a:r>
              <a:rPr sz="1400" spc="-35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l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ion :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 (</a:t>
            </a:r>
            <a:r>
              <a:rPr sz="1400" spc="-5" dirty="0">
                <a:latin typeface="Tahoma"/>
                <a:cs typeface="Tahoma"/>
              </a:rPr>
              <a:t>2,</a:t>
            </a:r>
            <a:r>
              <a:rPr sz="1400" dirty="0">
                <a:latin typeface="Tahoma"/>
                <a:cs typeface="Tahoma"/>
              </a:rPr>
              <a:t>1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 à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v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n</a:t>
            </a:r>
            <a:r>
              <a:rPr sz="1400" dirty="0">
                <a:latin typeface="Tahoma"/>
                <a:cs typeface="Tahoma"/>
              </a:rPr>
              <a:t>e)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759" y="1549400"/>
            <a:ext cx="4531359" cy="2415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1439" y="1948180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260350" y="0"/>
                </a:moveTo>
                <a:lnTo>
                  <a:pt x="218119" y="3407"/>
                </a:lnTo>
                <a:lnTo>
                  <a:pt x="178058" y="13272"/>
                </a:lnTo>
                <a:lnTo>
                  <a:pt x="140703" y="29059"/>
                </a:lnTo>
                <a:lnTo>
                  <a:pt x="106589" y="50231"/>
                </a:lnTo>
                <a:lnTo>
                  <a:pt x="76253" y="76253"/>
                </a:lnTo>
                <a:lnTo>
                  <a:pt x="50231" y="106589"/>
                </a:lnTo>
                <a:lnTo>
                  <a:pt x="29059" y="140703"/>
                </a:lnTo>
                <a:lnTo>
                  <a:pt x="13272" y="178058"/>
                </a:lnTo>
                <a:lnTo>
                  <a:pt x="3407" y="218119"/>
                </a:lnTo>
                <a:lnTo>
                  <a:pt x="0" y="260350"/>
                </a:lnTo>
                <a:lnTo>
                  <a:pt x="863" y="281703"/>
                </a:lnTo>
                <a:lnTo>
                  <a:pt x="7566" y="322915"/>
                </a:lnTo>
                <a:lnTo>
                  <a:pt x="20459" y="361690"/>
                </a:lnTo>
                <a:lnTo>
                  <a:pt x="39005" y="397492"/>
                </a:lnTo>
                <a:lnTo>
                  <a:pt x="62670" y="429783"/>
                </a:lnTo>
                <a:lnTo>
                  <a:pt x="90916" y="458029"/>
                </a:lnTo>
                <a:lnTo>
                  <a:pt x="123207" y="481694"/>
                </a:lnTo>
                <a:lnTo>
                  <a:pt x="159009" y="500240"/>
                </a:lnTo>
                <a:lnTo>
                  <a:pt x="197784" y="513133"/>
                </a:lnTo>
                <a:lnTo>
                  <a:pt x="238996" y="519836"/>
                </a:lnTo>
                <a:lnTo>
                  <a:pt x="260350" y="520700"/>
                </a:lnTo>
                <a:lnTo>
                  <a:pt x="281703" y="519836"/>
                </a:lnTo>
                <a:lnTo>
                  <a:pt x="322915" y="513133"/>
                </a:lnTo>
                <a:lnTo>
                  <a:pt x="361690" y="500240"/>
                </a:lnTo>
                <a:lnTo>
                  <a:pt x="397492" y="481694"/>
                </a:lnTo>
                <a:lnTo>
                  <a:pt x="429783" y="458029"/>
                </a:lnTo>
                <a:lnTo>
                  <a:pt x="458029" y="429783"/>
                </a:lnTo>
                <a:lnTo>
                  <a:pt x="481694" y="397492"/>
                </a:lnTo>
                <a:lnTo>
                  <a:pt x="500240" y="361690"/>
                </a:lnTo>
                <a:lnTo>
                  <a:pt x="513133" y="322915"/>
                </a:lnTo>
                <a:lnTo>
                  <a:pt x="519836" y="281703"/>
                </a:lnTo>
                <a:lnTo>
                  <a:pt x="520700" y="260350"/>
                </a:lnTo>
                <a:lnTo>
                  <a:pt x="519836" y="238996"/>
                </a:lnTo>
                <a:lnTo>
                  <a:pt x="513133" y="197784"/>
                </a:lnTo>
                <a:lnTo>
                  <a:pt x="500240" y="159009"/>
                </a:lnTo>
                <a:lnTo>
                  <a:pt x="481694" y="123207"/>
                </a:lnTo>
                <a:lnTo>
                  <a:pt x="458029" y="90916"/>
                </a:lnTo>
                <a:lnTo>
                  <a:pt x="429783" y="62670"/>
                </a:lnTo>
                <a:lnTo>
                  <a:pt x="397492" y="39005"/>
                </a:lnTo>
                <a:lnTo>
                  <a:pt x="361690" y="20459"/>
                </a:lnTo>
                <a:lnTo>
                  <a:pt x="322915" y="7566"/>
                </a:lnTo>
                <a:lnTo>
                  <a:pt x="281703" y="863"/>
                </a:lnTo>
                <a:lnTo>
                  <a:pt x="260350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61439" y="1948180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0" y="260350"/>
                </a:moveTo>
                <a:lnTo>
                  <a:pt x="3407" y="218119"/>
                </a:lnTo>
                <a:lnTo>
                  <a:pt x="13272" y="178058"/>
                </a:lnTo>
                <a:lnTo>
                  <a:pt x="29059" y="140703"/>
                </a:lnTo>
                <a:lnTo>
                  <a:pt x="50231" y="106589"/>
                </a:lnTo>
                <a:lnTo>
                  <a:pt x="76253" y="76253"/>
                </a:lnTo>
                <a:lnTo>
                  <a:pt x="106589" y="50231"/>
                </a:lnTo>
                <a:lnTo>
                  <a:pt x="140703" y="29059"/>
                </a:lnTo>
                <a:lnTo>
                  <a:pt x="178058" y="13272"/>
                </a:lnTo>
                <a:lnTo>
                  <a:pt x="218119" y="3407"/>
                </a:lnTo>
                <a:lnTo>
                  <a:pt x="260350" y="0"/>
                </a:lnTo>
                <a:lnTo>
                  <a:pt x="281703" y="863"/>
                </a:lnTo>
                <a:lnTo>
                  <a:pt x="322915" y="7566"/>
                </a:lnTo>
                <a:lnTo>
                  <a:pt x="361690" y="20459"/>
                </a:lnTo>
                <a:lnTo>
                  <a:pt x="397492" y="39005"/>
                </a:lnTo>
                <a:lnTo>
                  <a:pt x="429783" y="62670"/>
                </a:lnTo>
                <a:lnTo>
                  <a:pt x="458029" y="90916"/>
                </a:lnTo>
                <a:lnTo>
                  <a:pt x="481694" y="123207"/>
                </a:lnTo>
                <a:lnTo>
                  <a:pt x="500240" y="159009"/>
                </a:lnTo>
                <a:lnTo>
                  <a:pt x="513133" y="197784"/>
                </a:lnTo>
                <a:lnTo>
                  <a:pt x="519836" y="238996"/>
                </a:lnTo>
                <a:lnTo>
                  <a:pt x="520700" y="260350"/>
                </a:lnTo>
                <a:lnTo>
                  <a:pt x="519836" y="281703"/>
                </a:lnTo>
                <a:lnTo>
                  <a:pt x="513133" y="322915"/>
                </a:lnTo>
                <a:lnTo>
                  <a:pt x="500240" y="361690"/>
                </a:lnTo>
                <a:lnTo>
                  <a:pt x="481694" y="397492"/>
                </a:lnTo>
                <a:lnTo>
                  <a:pt x="458029" y="429783"/>
                </a:lnTo>
                <a:lnTo>
                  <a:pt x="429783" y="458029"/>
                </a:lnTo>
                <a:lnTo>
                  <a:pt x="397492" y="481694"/>
                </a:lnTo>
                <a:lnTo>
                  <a:pt x="361690" y="500240"/>
                </a:lnTo>
                <a:lnTo>
                  <a:pt x="322915" y="513133"/>
                </a:lnTo>
                <a:lnTo>
                  <a:pt x="281703" y="519836"/>
                </a:lnTo>
                <a:lnTo>
                  <a:pt x="260350" y="520700"/>
                </a:lnTo>
                <a:lnTo>
                  <a:pt x="238996" y="519836"/>
                </a:lnTo>
                <a:lnTo>
                  <a:pt x="197784" y="513133"/>
                </a:lnTo>
                <a:lnTo>
                  <a:pt x="159009" y="500240"/>
                </a:lnTo>
                <a:lnTo>
                  <a:pt x="123207" y="481694"/>
                </a:lnTo>
                <a:lnTo>
                  <a:pt x="90916" y="458029"/>
                </a:lnTo>
                <a:lnTo>
                  <a:pt x="62670" y="429783"/>
                </a:lnTo>
                <a:lnTo>
                  <a:pt x="39005" y="397492"/>
                </a:lnTo>
                <a:lnTo>
                  <a:pt x="20459" y="361690"/>
                </a:lnTo>
                <a:lnTo>
                  <a:pt x="7566" y="322915"/>
                </a:lnTo>
                <a:lnTo>
                  <a:pt x="863" y="281703"/>
                </a:lnTo>
                <a:lnTo>
                  <a:pt x="0" y="260350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3460" y="2715260"/>
            <a:ext cx="393700" cy="398780"/>
          </a:xfrm>
          <a:custGeom>
            <a:avLst/>
            <a:gdLst/>
            <a:ahLst/>
            <a:cxnLst/>
            <a:rect l="l" t="t" r="r" b="b"/>
            <a:pathLst>
              <a:path w="393700" h="398780">
                <a:moveTo>
                  <a:pt x="196850" y="0"/>
                </a:moveTo>
                <a:lnTo>
                  <a:pt x="149546" y="5794"/>
                </a:lnTo>
                <a:lnTo>
                  <a:pt x="106388" y="22255"/>
                </a:lnTo>
                <a:lnTo>
                  <a:pt x="68744" y="47996"/>
                </a:lnTo>
                <a:lnTo>
                  <a:pt x="37982" y="81632"/>
                </a:lnTo>
                <a:lnTo>
                  <a:pt x="15470" y="121777"/>
                </a:lnTo>
                <a:lnTo>
                  <a:pt x="2576" y="167047"/>
                </a:lnTo>
                <a:lnTo>
                  <a:pt x="0" y="199389"/>
                </a:lnTo>
                <a:lnTo>
                  <a:pt x="652" y="215743"/>
                </a:lnTo>
                <a:lnTo>
                  <a:pt x="10036" y="262413"/>
                </a:lnTo>
                <a:lnTo>
                  <a:pt x="29493" y="304420"/>
                </a:lnTo>
                <a:lnTo>
                  <a:pt x="57658" y="340380"/>
                </a:lnTo>
                <a:lnTo>
                  <a:pt x="93160" y="368907"/>
                </a:lnTo>
                <a:lnTo>
                  <a:pt x="134632" y="388615"/>
                </a:lnTo>
                <a:lnTo>
                  <a:pt x="180705" y="398119"/>
                </a:lnTo>
                <a:lnTo>
                  <a:pt x="196850" y="398779"/>
                </a:lnTo>
                <a:lnTo>
                  <a:pt x="212994" y="398119"/>
                </a:lnTo>
                <a:lnTo>
                  <a:pt x="259067" y="388615"/>
                </a:lnTo>
                <a:lnTo>
                  <a:pt x="300539" y="368907"/>
                </a:lnTo>
                <a:lnTo>
                  <a:pt x="336042" y="340380"/>
                </a:lnTo>
                <a:lnTo>
                  <a:pt x="364206" y="304420"/>
                </a:lnTo>
                <a:lnTo>
                  <a:pt x="383663" y="262413"/>
                </a:lnTo>
                <a:lnTo>
                  <a:pt x="393047" y="215743"/>
                </a:lnTo>
                <a:lnTo>
                  <a:pt x="393700" y="199389"/>
                </a:lnTo>
                <a:lnTo>
                  <a:pt x="393047" y="183036"/>
                </a:lnTo>
                <a:lnTo>
                  <a:pt x="383663" y="136366"/>
                </a:lnTo>
                <a:lnTo>
                  <a:pt x="364206" y="94359"/>
                </a:lnTo>
                <a:lnTo>
                  <a:pt x="336042" y="58399"/>
                </a:lnTo>
                <a:lnTo>
                  <a:pt x="300539" y="29872"/>
                </a:lnTo>
                <a:lnTo>
                  <a:pt x="259067" y="10164"/>
                </a:lnTo>
                <a:lnTo>
                  <a:pt x="212994" y="660"/>
                </a:lnTo>
                <a:lnTo>
                  <a:pt x="1968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3460" y="2715260"/>
            <a:ext cx="393700" cy="398780"/>
          </a:xfrm>
          <a:custGeom>
            <a:avLst/>
            <a:gdLst/>
            <a:ahLst/>
            <a:cxnLst/>
            <a:rect l="l" t="t" r="r" b="b"/>
            <a:pathLst>
              <a:path w="393700" h="398780">
                <a:moveTo>
                  <a:pt x="0" y="199389"/>
                </a:moveTo>
                <a:lnTo>
                  <a:pt x="5721" y="151473"/>
                </a:lnTo>
                <a:lnTo>
                  <a:pt x="21973" y="107758"/>
                </a:lnTo>
                <a:lnTo>
                  <a:pt x="47387" y="69628"/>
                </a:lnTo>
                <a:lnTo>
                  <a:pt x="80595" y="38470"/>
                </a:lnTo>
                <a:lnTo>
                  <a:pt x="120229" y="15668"/>
                </a:lnTo>
                <a:lnTo>
                  <a:pt x="164921" y="2609"/>
                </a:lnTo>
                <a:lnTo>
                  <a:pt x="196850" y="0"/>
                </a:lnTo>
                <a:lnTo>
                  <a:pt x="212994" y="660"/>
                </a:lnTo>
                <a:lnTo>
                  <a:pt x="259067" y="10164"/>
                </a:lnTo>
                <a:lnTo>
                  <a:pt x="300539" y="29872"/>
                </a:lnTo>
                <a:lnTo>
                  <a:pt x="336042" y="58399"/>
                </a:lnTo>
                <a:lnTo>
                  <a:pt x="364206" y="94359"/>
                </a:lnTo>
                <a:lnTo>
                  <a:pt x="383663" y="136366"/>
                </a:lnTo>
                <a:lnTo>
                  <a:pt x="393047" y="183036"/>
                </a:lnTo>
                <a:lnTo>
                  <a:pt x="393700" y="199389"/>
                </a:lnTo>
                <a:lnTo>
                  <a:pt x="393047" y="215743"/>
                </a:lnTo>
                <a:lnTo>
                  <a:pt x="383663" y="262413"/>
                </a:lnTo>
                <a:lnTo>
                  <a:pt x="364206" y="304420"/>
                </a:lnTo>
                <a:lnTo>
                  <a:pt x="336042" y="340380"/>
                </a:lnTo>
                <a:lnTo>
                  <a:pt x="300539" y="368907"/>
                </a:lnTo>
                <a:lnTo>
                  <a:pt x="259067" y="388615"/>
                </a:lnTo>
                <a:lnTo>
                  <a:pt x="212994" y="398119"/>
                </a:lnTo>
                <a:lnTo>
                  <a:pt x="196850" y="398779"/>
                </a:lnTo>
                <a:lnTo>
                  <a:pt x="180705" y="398119"/>
                </a:lnTo>
                <a:lnTo>
                  <a:pt x="134632" y="388615"/>
                </a:lnTo>
                <a:lnTo>
                  <a:pt x="93160" y="368907"/>
                </a:lnTo>
                <a:lnTo>
                  <a:pt x="57658" y="340380"/>
                </a:lnTo>
                <a:lnTo>
                  <a:pt x="29493" y="304420"/>
                </a:lnTo>
                <a:lnTo>
                  <a:pt x="10036" y="262413"/>
                </a:lnTo>
                <a:lnTo>
                  <a:pt x="652" y="215743"/>
                </a:lnTo>
                <a:lnTo>
                  <a:pt x="0" y="199389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92300" y="2484120"/>
            <a:ext cx="391160" cy="398780"/>
          </a:xfrm>
          <a:custGeom>
            <a:avLst/>
            <a:gdLst/>
            <a:ahLst/>
            <a:cxnLst/>
            <a:rect l="l" t="t" r="r" b="b"/>
            <a:pathLst>
              <a:path w="391160" h="398780">
                <a:moveTo>
                  <a:pt x="195580" y="0"/>
                </a:moveTo>
                <a:lnTo>
                  <a:pt x="148580" y="5794"/>
                </a:lnTo>
                <a:lnTo>
                  <a:pt x="105700" y="22255"/>
                </a:lnTo>
                <a:lnTo>
                  <a:pt x="68299" y="47996"/>
                </a:lnTo>
                <a:lnTo>
                  <a:pt x="37736" y="81632"/>
                </a:lnTo>
                <a:lnTo>
                  <a:pt x="15369" y="121777"/>
                </a:lnTo>
                <a:lnTo>
                  <a:pt x="2559" y="167047"/>
                </a:lnTo>
                <a:lnTo>
                  <a:pt x="0" y="199389"/>
                </a:lnTo>
                <a:lnTo>
                  <a:pt x="648" y="215743"/>
                </a:lnTo>
                <a:lnTo>
                  <a:pt x="9971" y="262413"/>
                </a:lnTo>
                <a:lnTo>
                  <a:pt x="29302" y="304420"/>
                </a:lnTo>
                <a:lnTo>
                  <a:pt x="57284" y="340380"/>
                </a:lnTo>
                <a:lnTo>
                  <a:pt x="92557" y="368907"/>
                </a:lnTo>
                <a:lnTo>
                  <a:pt x="133762" y="388615"/>
                </a:lnTo>
                <a:lnTo>
                  <a:pt x="179539" y="398119"/>
                </a:lnTo>
                <a:lnTo>
                  <a:pt x="195580" y="398779"/>
                </a:lnTo>
                <a:lnTo>
                  <a:pt x="211620" y="398119"/>
                </a:lnTo>
                <a:lnTo>
                  <a:pt x="257397" y="388615"/>
                </a:lnTo>
                <a:lnTo>
                  <a:pt x="298602" y="368907"/>
                </a:lnTo>
                <a:lnTo>
                  <a:pt x="333875" y="340380"/>
                </a:lnTo>
                <a:lnTo>
                  <a:pt x="361857" y="304420"/>
                </a:lnTo>
                <a:lnTo>
                  <a:pt x="381188" y="262413"/>
                </a:lnTo>
                <a:lnTo>
                  <a:pt x="390511" y="215743"/>
                </a:lnTo>
                <a:lnTo>
                  <a:pt x="391160" y="199389"/>
                </a:lnTo>
                <a:lnTo>
                  <a:pt x="390511" y="183036"/>
                </a:lnTo>
                <a:lnTo>
                  <a:pt x="381188" y="136366"/>
                </a:lnTo>
                <a:lnTo>
                  <a:pt x="361857" y="94359"/>
                </a:lnTo>
                <a:lnTo>
                  <a:pt x="333875" y="58399"/>
                </a:lnTo>
                <a:lnTo>
                  <a:pt x="298602" y="29872"/>
                </a:lnTo>
                <a:lnTo>
                  <a:pt x="257397" y="10164"/>
                </a:lnTo>
                <a:lnTo>
                  <a:pt x="211620" y="660"/>
                </a:lnTo>
                <a:lnTo>
                  <a:pt x="195580" y="0"/>
                </a:lnTo>
                <a:close/>
              </a:path>
            </a:pathLst>
          </a:custGeom>
          <a:solidFill>
            <a:srgbClr val="B4C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2300" y="2484120"/>
            <a:ext cx="391160" cy="398780"/>
          </a:xfrm>
          <a:custGeom>
            <a:avLst/>
            <a:gdLst/>
            <a:ahLst/>
            <a:cxnLst/>
            <a:rect l="l" t="t" r="r" b="b"/>
            <a:pathLst>
              <a:path w="391160" h="398780">
                <a:moveTo>
                  <a:pt x="0" y="199389"/>
                </a:moveTo>
                <a:lnTo>
                  <a:pt x="5684" y="151473"/>
                </a:lnTo>
                <a:lnTo>
                  <a:pt x="21830" y="107758"/>
                </a:lnTo>
                <a:lnTo>
                  <a:pt x="47080" y="69628"/>
                </a:lnTo>
                <a:lnTo>
                  <a:pt x="80074" y="38470"/>
                </a:lnTo>
                <a:lnTo>
                  <a:pt x="119452" y="15668"/>
                </a:lnTo>
                <a:lnTo>
                  <a:pt x="163856" y="2609"/>
                </a:lnTo>
                <a:lnTo>
                  <a:pt x="195580" y="0"/>
                </a:lnTo>
                <a:lnTo>
                  <a:pt x="211620" y="660"/>
                </a:lnTo>
                <a:lnTo>
                  <a:pt x="257397" y="10164"/>
                </a:lnTo>
                <a:lnTo>
                  <a:pt x="298602" y="29872"/>
                </a:lnTo>
                <a:lnTo>
                  <a:pt x="333875" y="58399"/>
                </a:lnTo>
                <a:lnTo>
                  <a:pt x="361857" y="94359"/>
                </a:lnTo>
                <a:lnTo>
                  <a:pt x="381188" y="136366"/>
                </a:lnTo>
                <a:lnTo>
                  <a:pt x="390511" y="183036"/>
                </a:lnTo>
                <a:lnTo>
                  <a:pt x="391160" y="199389"/>
                </a:lnTo>
                <a:lnTo>
                  <a:pt x="390511" y="215743"/>
                </a:lnTo>
                <a:lnTo>
                  <a:pt x="381188" y="262413"/>
                </a:lnTo>
                <a:lnTo>
                  <a:pt x="361857" y="304420"/>
                </a:lnTo>
                <a:lnTo>
                  <a:pt x="333875" y="340380"/>
                </a:lnTo>
                <a:lnTo>
                  <a:pt x="298602" y="368907"/>
                </a:lnTo>
                <a:lnTo>
                  <a:pt x="257397" y="388615"/>
                </a:lnTo>
                <a:lnTo>
                  <a:pt x="211620" y="398119"/>
                </a:lnTo>
                <a:lnTo>
                  <a:pt x="195580" y="398779"/>
                </a:lnTo>
                <a:lnTo>
                  <a:pt x="179539" y="398119"/>
                </a:lnTo>
                <a:lnTo>
                  <a:pt x="133762" y="388615"/>
                </a:lnTo>
                <a:lnTo>
                  <a:pt x="92557" y="368907"/>
                </a:lnTo>
                <a:lnTo>
                  <a:pt x="57284" y="340380"/>
                </a:lnTo>
                <a:lnTo>
                  <a:pt x="29302" y="304420"/>
                </a:lnTo>
                <a:lnTo>
                  <a:pt x="9971" y="262413"/>
                </a:lnTo>
                <a:lnTo>
                  <a:pt x="648" y="215743"/>
                </a:lnTo>
                <a:lnTo>
                  <a:pt x="0" y="199389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1219" y="2153920"/>
            <a:ext cx="388620" cy="393700"/>
          </a:xfrm>
          <a:custGeom>
            <a:avLst/>
            <a:gdLst/>
            <a:ahLst/>
            <a:cxnLst/>
            <a:rect l="l" t="t" r="r" b="b"/>
            <a:pathLst>
              <a:path w="388619" h="393700">
                <a:moveTo>
                  <a:pt x="194310" y="0"/>
                </a:moveTo>
                <a:lnTo>
                  <a:pt x="147614" y="5721"/>
                </a:lnTo>
                <a:lnTo>
                  <a:pt x="105013" y="21973"/>
                </a:lnTo>
                <a:lnTo>
                  <a:pt x="67854" y="47387"/>
                </a:lnTo>
                <a:lnTo>
                  <a:pt x="37490" y="80595"/>
                </a:lnTo>
                <a:lnTo>
                  <a:pt x="15269" y="120229"/>
                </a:lnTo>
                <a:lnTo>
                  <a:pt x="2543" y="164921"/>
                </a:lnTo>
                <a:lnTo>
                  <a:pt x="0" y="196850"/>
                </a:lnTo>
                <a:lnTo>
                  <a:pt x="644" y="212994"/>
                </a:lnTo>
                <a:lnTo>
                  <a:pt x="9905" y="259067"/>
                </a:lnTo>
                <a:lnTo>
                  <a:pt x="29111" y="300539"/>
                </a:lnTo>
                <a:lnTo>
                  <a:pt x="56911" y="336042"/>
                </a:lnTo>
                <a:lnTo>
                  <a:pt x="91955" y="364206"/>
                </a:lnTo>
                <a:lnTo>
                  <a:pt x="132892" y="383663"/>
                </a:lnTo>
                <a:lnTo>
                  <a:pt x="178373" y="393047"/>
                </a:lnTo>
                <a:lnTo>
                  <a:pt x="194310" y="393700"/>
                </a:lnTo>
                <a:lnTo>
                  <a:pt x="210246" y="393047"/>
                </a:lnTo>
                <a:lnTo>
                  <a:pt x="255727" y="383663"/>
                </a:lnTo>
                <a:lnTo>
                  <a:pt x="296664" y="364206"/>
                </a:lnTo>
                <a:lnTo>
                  <a:pt x="331708" y="336042"/>
                </a:lnTo>
                <a:lnTo>
                  <a:pt x="359508" y="300539"/>
                </a:lnTo>
                <a:lnTo>
                  <a:pt x="378714" y="259067"/>
                </a:lnTo>
                <a:lnTo>
                  <a:pt x="387975" y="212994"/>
                </a:lnTo>
                <a:lnTo>
                  <a:pt x="388620" y="196850"/>
                </a:lnTo>
                <a:lnTo>
                  <a:pt x="387975" y="180705"/>
                </a:lnTo>
                <a:lnTo>
                  <a:pt x="378714" y="134632"/>
                </a:lnTo>
                <a:lnTo>
                  <a:pt x="359508" y="93160"/>
                </a:lnTo>
                <a:lnTo>
                  <a:pt x="331708" y="57657"/>
                </a:lnTo>
                <a:lnTo>
                  <a:pt x="296664" y="29493"/>
                </a:lnTo>
                <a:lnTo>
                  <a:pt x="255727" y="10036"/>
                </a:lnTo>
                <a:lnTo>
                  <a:pt x="210246" y="652"/>
                </a:lnTo>
                <a:lnTo>
                  <a:pt x="19431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219" y="2153920"/>
            <a:ext cx="388620" cy="393700"/>
          </a:xfrm>
          <a:custGeom>
            <a:avLst/>
            <a:gdLst/>
            <a:ahLst/>
            <a:cxnLst/>
            <a:rect l="l" t="t" r="r" b="b"/>
            <a:pathLst>
              <a:path w="388619" h="393700">
                <a:moveTo>
                  <a:pt x="0" y="196850"/>
                </a:moveTo>
                <a:lnTo>
                  <a:pt x="5647" y="149546"/>
                </a:lnTo>
                <a:lnTo>
                  <a:pt x="21688" y="106388"/>
                </a:lnTo>
                <a:lnTo>
                  <a:pt x="46773" y="68744"/>
                </a:lnTo>
                <a:lnTo>
                  <a:pt x="79552" y="37982"/>
                </a:lnTo>
                <a:lnTo>
                  <a:pt x="118675" y="15470"/>
                </a:lnTo>
                <a:lnTo>
                  <a:pt x="162791" y="2576"/>
                </a:lnTo>
                <a:lnTo>
                  <a:pt x="194310" y="0"/>
                </a:lnTo>
                <a:lnTo>
                  <a:pt x="210246" y="652"/>
                </a:lnTo>
                <a:lnTo>
                  <a:pt x="255727" y="10036"/>
                </a:lnTo>
                <a:lnTo>
                  <a:pt x="296664" y="29493"/>
                </a:lnTo>
                <a:lnTo>
                  <a:pt x="331708" y="57657"/>
                </a:lnTo>
                <a:lnTo>
                  <a:pt x="359508" y="93160"/>
                </a:lnTo>
                <a:lnTo>
                  <a:pt x="378714" y="134632"/>
                </a:lnTo>
                <a:lnTo>
                  <a:pt x="387975" y="180705"/>
                </a:lnTo>
                <a:lnTo>
                  <a:pt x="388620" y="196850"/>
                </a:lnTo>
                <a:lnTo>
                  <a:pt x="387975" y="212994"/>
                </a:lnTo>
                <a:lnTo>
                  <a:pt x="378714" y="259067"/>
                </a:lnTo>
                <a:lnTo>
                  <a:pt x="359508" y="300539"/>
                </a:lnTo>
                <a:lnTo>
                  <a:pt x="331708" y="336042"/>
                </a:lnTo>
                <a:lnTo>
                  <a:pt x="296664" y="364206"/>
                </a:lnTo>
                <a:lnTo>
                  <a:pt x="255727" y="383663"/>
                </a:lnTo>
                <a:lnTo>
                  <a:pt x="210246" y="393047"/>
                </a:lnTo>
                <a:lnTo>
                  <a:pt x="194310" y="393700"/>
                </a:lnTo>
                <a:lnTo>
                  <a:pt x="178373" y="393047"/>
                </a:lnTo>
                <a:lnTo>
                  <a:pt x="132892" y="383663"/>
                </a:lnTo>
                <a:lnTo>
                  <a:pt x="91955" y="364206"/>
                </a:lnTo>
                <a:lnTo>
                  <a:pt x="56911" y="336042"/>
                </a:lnTo>
                <a:lnTo>
                  <a:pt x="29111" y="300539"/>
                </a:lnTo>
                <a:lnTo>
                  <a:pt x="9905" y="259067"/>
                </a:lnTo>
                <a:lnTo>
                  <a:pt x="644" y="212994"/>
                </a:lnTo>
                <a:lnTo>
                  <a:pt x="0" y="196850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7120" y="2165350"/>
            <a:ext cx="843280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1334">
              <a:lnSpc>
                <a:spcPct val="100000"/>
              </a:lnSpc>
            </a:pPr>
            <a:r>
              <a:rPr sz="550" spc="5" dirty="0">
                <a:latin typeface="Calibri"/>
                <a:cs typeface="Calibri"/>
              </a:rPr>
              <a:t>L</a:t>
            </a:r>
            <a:r>
              <a:rPr sz="550" spc="10" dirty="0">
                <a:latin typeface="Calibri"/>
                <a:cs typeface="Calibri"/>
              </a:rPr>
              <a:t>a</a:t>
            </a:r>
            <a:r>
              <a:rPr sz="550" spc="15" dirty="0">
                <a:latin typeface="Calibri"/>
                <a:cs typeface="Calibri"/>
              </a:rPr>
              <a:t> </a:t>
            </a:r>
            <a:r>
              <a:rPr sz="550" spc="10" dirty="0">
                <a:latin typeface="Calibri"/>
                <a:cs typeface="Calibri"/>
              </a:rPr>
              <a:t>Ha</a:t>
            </a:r>
            <a:r>
              <a:rPr sz="550" spc="5" dirty="0">
                <a:latin typeface="Calibri"/>
                <a:cs typeface="Calibri"/>
              </a:rPr>
              <a:t>v</a:t>
            </a:r>
            <a:r>
              <a:rPr sz="550" spc="10" dirty="0">
                <a:latin typeface="Calibri"/>
                <a:cs typeface="Calibri"/>
              </a:rPr>
              <a:t>a</a:t>
            </a:r>
            <a:r>
              <a:rPr sz="550" spc="5" dirty="0">
                <a:latin typeface="Calibri"/>
                <a:cs typeface="Calibri"/>
              </a:rPr>
              <a:t>n</a:t>
            </a:r>
            <a:r>
              <a:rPr sz="550" spc="10" dirty="0"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550" spc="5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550" spc="5" dirty="0">
                <a:solidFill>
                  <a:srgbClr val="FF0000"/>
                </a:solidFill>
                <a:latin typeface="Calibri"/>
                <a:cs typeface="Calibri"/>
              </a:rPr>
              <a:t>ñ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al</a:t>
            </a:r>
            <a:r>
              <a:rPr sz="55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8945" y="2605189"/>
            <a:ext cx="65849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05765" indent="1905">
              <a:lnSpc>
                <a:spcPct val="103299"/>
              </a:lnSpc>
            </a:pPr>
            <a:r>
              <a:rPr sz="500" dirty="0">
                <a:latin typeface="Calibri"/>
                <a:cs typeface="Calibri"/>
              </a:rPr>
              <a:t>B</a:t>
            </a:r>
            <a:r>
              <a:rPr sz="500" spc="-5" dirty="0">
                <a:latin typeface="Calibri"/>
                <a:cs typeface="Calibri"/>
              </a:rPr>
              <a:t>a</a:t>
            </a:r>
            <a:r>
              <a:rPr sz="500" spc="5" dirty="0">
                <a:latin typeface="Calibri"/>
                <a:cs typeface="Calibri"/>
              </a:rPr>
              <a:t>ie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d</a:t>
            </a:r>
            <a:r>
              <a:rPr sz="500" spc="5" dirty="0">
                <a:latin typeface="Calibri"/>
                <a:cs typeface="Calibri"/>
              </a:rPr>
              <a:t>es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5" dirty="0">
                <a:latin typeface="Calibri"/>
                <a:cs typeface="Calibri"/>
              </a:rPr>
              <a:t>c</a:t>
            </a:r>
            <a:r>
              <a:rPr sz="500" spc="15" dirty="0">
                <a:latin typeface="Calibri"/>
                <a:cs typeface="Calibri"/>
              </a:rPr>
              <a:t>hon</a:t>
            </a:r>
            <a:r>
              <a:rPr sz="500" spc="5" dirty="0">
                <a:latin typeface="Calibri"/>
                <a:cs typeface="Calibri"/>
              </a:rPr>
              <a:t>s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L="398145">
              <a:lnSpc>
                <a:spcPct val="100000"/>
              </a:lnSpc>
              <a:spcBef>
                <a:spcPts val="300"/>
              </a:spcBef>
            </a:pPr>
            <a:r>
              <a:rPr sz="550" spc="5" dirty="0">
                <a:latin typeface="Calibri"/>
                <a:cs typeface="Calibri"/>
              </a:rPr>
              <a:t>Tr</a:t>
            </a:r>
            <a:r>
              <a:rPr sz="550" spc="10" dirty="0">
                <a:latin typeface="Calibri"/>
                <a:cs typeface="Calibri"/>
              </a:rPr>
              <a:t>i</a:t>
            </a:r>
            <a:r>
              <a:rPr sz="550" spc="5" dirty="0">
                <a:latin typeface="Calibri"/>
                <a:cs typeface="Calibri"/>
              </a:rPr>
              <a:t>n</a:t>
            </a:r>
            <a:r>
              <a:rPr sz="550" spc="10" dirty="0">
                <a:latin typeface="Calibri"/>
                <a:cs typeface="Calibri"/>
              </a:rPr>
              <a:t>i</a:t>
            </a:r>
            <a:r>
              <a:rPr sz="550" spc="5" dirty="0">
                <a:latin typeface="Calibri"/>
                <a:cs typeface="Calibri"/>
              </a:rPr>
              <a:t>d</a:t>
            </a:r>
            <a:r>
              <a:rPr sz="550" spc="10" dirty="0">
                <a:latin typeface="Calibri"/>
                <a:cs typeface="Calibri"/>
              </a:rPr>
              <a:t>ad</a:t>
            </a:r>
            <a:endParaRPr sz="55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6568" y="499007"/>
            <a:ext cx="33439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latin typeface="Arial"/>
                <a:cs typeface="Arial"/>
              </a:rPr>
              <a:t>Ê</a:t>
            </a:r>
            <a:r>
              <a:rPr sz="1400" b="1" spc="-10" dirty="0">
                <a:latin typeface="Arial"/>
                <a:cs typeface="Arial"/>
              </a:rPr>
              <a:t>t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H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dirty="0">
                <a:latin typeface="Arial"/>
                <a:cs typeface="Arial"/>
              </a:rPr>
              <a:t>ana</a:t>
            </a:r>
            <a:r>
              <a:rPr sz="1400" b="1" spc="-10" dirty="0">
                <a:latin typeface="Arial"/>
                <a:cs typeface="Arial"/>
              </a:rPr>
              <a:t>i</a:t>
            </a:r>
            <a:r>
              <a:rPr sz="1400" b="1" dirty="0">
                <a:latin typeface="Arial"/>
                <a:cs typeface="Arial"/>
              </a:rPr>
              <a:t>s, c</a:t>
            </a:r>
            <a:r>
              <a:rPr sz="1400" b="1" spc="5" dirty="0">
                <a:latin typeface="Arial"/>
                <a:cs typeface="Arial"/>
              </a:rPr>
              <a:t>'</a:t>
            </a:r>
            <a:r>
              <a:rPr sz="1400" b="1" dirty="0">
                <a:latin typeface="Arial"/>
                <a:cs typeface="Arial"/>
              </a:rPr>
              <a:t>est</a:t>
            </a:r>
            <a:r>
              <a:rPr sz="1400" b="1" spc="-40" dirty="0">
                <a:latin typeface="Arial"/>
                <a:cs typeface="Arial"/>
              </a:rPr>
              <a:t> v</a:t>
            </a:r>
            <a:r>
              <a:rPr sz="1400" b="1" spc="-10" dirty="0">
                <a:latin typeface="Arial"/>
                <a:cs typeface="Arial"/>
              </a:rPr>
              <a:t>i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9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H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dirty="0">
                <a:latin typeface="Arial"/>
                <a:cs typeface="Arial"/>
              </a:rPr>
              <a:t>ane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!</a:t>
            </a:r>
            <a:r>
              <a:rPr sz="1400" b="1" spc="-10" dirty="0">
                <a:latin typeface="Arial"/>
                <a:cs typeface="Arial"/>
              </a:rPr>
              <a:t>..</a:t>
            </a:r>
            <a:r>
              <a:rPr sz="1400" b="1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1640" y="1442720"/>
            <a:ext cx="4630420" cy="2854960"/>
          </a:xfrm>
          <a:custGeom>
            <a:avLst/>
            <a:gdLst/>
            <a:ahLst/>
            <a:cxnLst/>
            <a:rect l="l" t="t" r="r" b="b"/>
            <a:pathLst>
              <a:path w="4630420" h="2854960">
                <a:moveTo>
                  <a:pt x="0" y="2854960"/>
                </a:moveTo>
                <a:lnTo>
                  <a:pt x="4630420" y="2854960"/>
                </a:lnTo>
                <a:lnTo>
                  <a:pt x="4630420" y="0"/>
                </a:lnTo>
                <a:lnTo>
                  <a:pt x="0" y="0"/>
                </a:lnTo>
                <a:lnTo>
                  <a:pt x="0" y="2854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1640" y="1170940"/>
            <a:ext cx="4630419" cy="3393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759" y="429768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20">
                <a:moveTo>
                  <a:pt x="0" y="0"/>
                </a:moveTo>
                <a:lnTo>
                  <a:pt x="4691380" y="0"/>
                </a:lnTo>
                <a:lnTo>
                  <a:pt x="4691380" y="337819"/>
                </a:lnTo>
                <a:lnTo>
                  <a:pt x="0" y="3378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5759" y="429768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20">
                <a:moveTo>
                  <a:pt x="0" y="0"/>
                </a:moveTo>
                <a:lnTo>
                  <a:pt x="4691380" y="0"/>
                </a:lnTo>
                <a:lnTo>
                  <a:pt x="4691380" y="337819"/>
                </a:lnTo>
                <a:lnTo>
                  <a:pt x="0" y="337819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679" y="110490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19">
                <a:moveTo>
                  <a:pt x="0" y="0"/>
                </a:moveTo>
                <a:lnTo>
                  <a:pt x="4691380" y="0"/>
                </a:lnTo>
                <a:lnTo>
                  <a:pt x="4691380" y="337820"/>
                </a:lnTo>
                <a:lnTo>
                  <a:pt x="0" y="337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679" y="110490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19">
                <a:moveTo>
                  <a:pt x="0" y="0"/>
                </a:moveTo>
                <a:lnTo>
                  <a:pt x="4691380" y="0"/>
                </a:lnTo>
                <a:lnTo>
                  <a:pt x="4691380" y="337820"/>
                </a:lnTo>
                <a:lnTo>
                  <a:pt x="0" y="33782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9080" y="4993640"/>
            <a:ext cx="2359659" cy="1767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730" y="4987290"/>
            <a:ext cx="2372360" cy="1780539"/>
          </a:xfrm>
          <a:custGeom>
            <a:avLst/>
            <a:gdLst/>
            <a:ahLst/>
            <a:cxnLst/>
            <a:rect l="l" t="t" r="r" b="b"/>
            <a:pathLst>
              <a:path w="2372360" h="1780540">
                <a:moveTo>
                  <a:pt x="0" y="0"/>
                </a:moveTo>
                <a:lnTo>
                  <a:pt x="2372360" y="0"/>
                </a:lnTo>
                <a:lnTo>
                  <a:pt x="2372360" y="1780539"/>
                </a:lnTo>
                <a:lnTo>
                  <a:pt x="0" y="1780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4841" y="553817"/>
            <a:ext cx="36969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 </a:t>
            </a:r>
            <a:r>
              <a:rPr sz="1600" b="1" spc="-5" dirty="0">
                <a:latin typeface="Arial"/>
                <a:cs typeface="Arial"/>
              </a:rPr>
              <a:t>Q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r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dirty="0">
                <a:latin typeface="Arial"/>
                <a:cs typeface="Arial"/>
              </a:rPr>
              <a:t>que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762760"/>
            <a:ext cx="5328919" cy="1333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0" y="17564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0" y="0"/>
                </a:moveTo>
                <a:lnTo>
                  <a:pt x="5327649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0" y="31026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532764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5640" y="5364480"/>
            <a:ext cx="2501899" cy="1663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290" y="5358130"/>
            <a:ext cx="2514600" cy="1676400"/>
          </a:xfrm>
          <a:custGeom>
            <a:avLst/>
            <a:gdLst/>
            <a:ahLst/>
            <a:cxnLst/>
            <a:rect l="l" t="t" r="r" b="b"/>
            <a:pathLst>
              <a:path w="2514600" h="1676400">
                <a:moveTo>
                  <a:pt x="0" y="0"/>
                </a:moveTo>
                <a:lnTo>
                  <a:pt x="2514600" y="0"/>
                </a:lnTo>
                <a:lnTo>
                  <a:pt x="25146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0360" y="3556000"/>
            <a:ext cx="2176779" cy="1447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4010" y="3549650"/>
            <a:ext cx="2189480" cy="1460500"/>
          </a:xfrm>
          <a:custGeom>
            <a:avLst/>
            <a:gdLst/>
            <a:ahLst/>
            <a:cxnLst/>
            <a:rect l="l" t="t" r="r" b="b"/>
            <a:pathLst>
              <a:path w="2189479" h="1460500">
                <a:moveTo>
                  <a:pt x="0" y="0"/>
                </a:moveTo>
                <a:lnTo>
                  <a:pt x="2189480" y="0"/>
                </a:lnTo>
                <a:lnTo>
                  <a:pt x="2189480" y="1460500"/>
                </a:lnTo>
                <a:lnTo>
                  <a:pt x="0" y="1460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6406" y="553817"/>
            <a:ext cx="223774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 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9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6580" y="5725160"/>
            <a:ext cx="1079499" cy="1315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0230" y="5718810"/>
            <a:ext cx="1092200" cy="1328420"/>
          </a:xfrm>
          <a:custGeom>
            <a:avLst/>
            <a:gdLst/>
            <a:ahLst/>
            <a:cxnLst/>
            <a:rect l="l" t="t" r="r" b="b"/>
            <a:pathLst>
              <a:path w="1092200" h="1328420">
                <a:moveTo>
                  <a:pt x="0" y="0"/>
                </a:moveTo>
                <a:lnTo>
                  <a:pt x="1092200" y="0"/>
                </a:lnTo>
                <a:lnTo>
                  <a:pt x="1092200" y="1328419"/>
                </a:lnTo>
                <a:lnTo>
                  <a:pt x="0" y="13284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7320" y="3312160"/>
            <a:ext cx="3307067" cy="17475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0969" y="3305810"/>
            <a:ext cx="3319779" cy="1760220"/>
          </a:xfrm>
          <a:custGeom>
            <a:avLst/>
            <a:gdLst/>
            <a:ahLst/>
            <a:cxnLst/>
            <a:rect l="l" t="t" r="r" b="b"/>
            <a:pathLst>
              <a:path w="3319779" h="1760220">
                <a:moveTo>
                  <a:pt x="0" y="0"/>
                </a:moveTo>
                <a:lnTo>
                  <a:pt x="3319779" y="0"/>
                </a:lnTo>
                <a:lnTo>
                  <a:pt x="3319779" y="1760220"/>
                </a:lnTo>
                <a:lnTo>
                  <a:pt x="0" y="17602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6580" y="1254759"/>
            <a:ext cx="1790700" cy="1790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0230" y="1248410"/>
            <a:ext cx="1803400" cy="1803400"/>
          </a:xfrm>
          <a:custGeom>
            <a:avLst/>
            <a:gdLst/>
            <a:ahLst/>
            <a:cxnLst/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50820" y="5725160"/>
            <a:ext cx="1973579" cy="13157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4470" y="5718810"/>
            <a:ext cx="1986280" cy="1328420"/>
          </a:xfrm>
          <a:custGeom>
            <a:avLst/>
            <a:gdLst/>
            <a:ahLst/>
            <a:cxnLst/>
            <a:rect l="l" t="t" r="r" b="b"/>
            <a:pathLst>
              <a:path w="1986279" h="1328420">
                <a:moveTo>
                  <a:pt x="0" y="0"/>
                </a:moveTo>
                <a:lnTo>
                  <a:pt x="1986280" y="0"/>
                </a:lnTo>
                <a:lnTo>
                  <a:pt x="1986280" y="1328419"/>
                </a:lnTo>
                <a:lnTo>
                  <a:pt x="0" y="132841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2388" y="332404"/>
            <a:ext cx="382142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lang="fr-FR" sz="1600" b="1" spc="-10" dirty="0">
                <a:latin typeface="Arial"/>
                <a:cs typeface="Arial"/>
              </a:rPr>
              <a:t>7</a:t>
            </a:r>
            <a:r>
              <a:rPr sz="1575" b="1" spc="-15" baseline="26455" dirty="0" err="1">
                <a:latin typeface="Arial"/>
                <a:cs typeface="Arial"/>
              </a:rPr>
              <a:t>è</a:t>
            </a:r>
            <a:r>
              <a:rPr sz="1575" b="1" spc="-7" baseline="26455" dirty="0" err="1">
                <a:latin typeface="Arial"/>
                <a:cs typeface="Arial"/>
              </a:rPr>
              <a:t>m</a:t>
            </a:r>
            <a:r>
              <a:rPr sz="1575" b="1" baseline="26455" dirty="0" err="1">
                <a:latin typeface="Arial"/>
                <a:cs typeface="Arial"/>
              </a:rPr>
              <a:t>e</a:t>
            </a:r>
            <a:r>
              <a:rPr sz="1575" b="1" baseline="26455" dirty="0">
                <a:latin typeface="Arial"/>
                <a:cs typeface="Arial"/>
              </a:rPr>
              <a:t> </a:t>
            </a:r>
            <a:r>
              <a:rPr sz="1575" b="1" spc="-172" baseline="264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ngo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1132217"/>
            <a:ext cx="3332479" cy="3918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251" y="1334770"/>
            <a:ext cx="666750" cy="4132579"/>
          </a:xfrm>
          <a:custGeom>
            <a:avLst/>
            <a:gdLst/>
            <a:ahLst/>
            <a:cxnLst/>
            <a:rect l="l" t="t" r="r" b="b"/>
            <a:pathLst>
              <a:path w="3345179" h="4132579">
                <a:moveTo>
                  <a:pt x="0" y="0"/>
                </a:moveTo>
                <a:lnTo>
                  <a:pt x="3345179" y="0"/>
                </a:lnTo>
                <a:lnTo>
                  <a:pt x="3345179" y="4132579"/>
                </a:lnTo>
                <a:lnTo>
                  <a:pt x="0" y="41325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34983" y="5485926"/>
            <a:ext cx="2189467" cy="1117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E96EA-5FD3-423C-B60A-C4F94F71D838}"/>
              </a:ext>
            </a:extLst>
          </p:cNvPr>
          <p:cNvSpPr/>
          <p:nvPr/>
        </p:nvSpPr>
        <p:spPr>
          <a:xfrm>
            <a:off x="348615" y="4369426"/>
            <a:ext cx="4267200" cy="766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AC050A-A46B-4927-9B44-3B7CB3720985}"/>
              </a:ext>
            </a:extLst>
          </p:cNvPr>
          <p:cNvSpPr/>
          <p:nvPr/>
        </p:nvSpPr>
        <p:spPr>
          <a:xfrm>
            <a:off x="209550" y="1132217"/>
            <a:ext cx="1009650" cy="4554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bject 5"/>
          <p:cNvSpPr/>
          <p:nvPr/>
        </p:nvSpPr>
        <p:spPr>
          <a:xfrm>
            <a:off x="554355" y="5183828"/>
            <a:ext cx="2112645" cy="1721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7940" y="412588"/>
            <a:ext cx="19634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Cou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ngo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2759" y="2479052"/>
            <a:ext cx="2054859" cy="2740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6409" y="2472690"/>
            <a:ext cx="2067560" cy="2753360"/>
          </a:xfrm>
          <a:custGeom>
            <a:avLst/>
            <a:gdLst/>
            <a:ahLst/>
            <a:cxnLst/>
            <a:rect l="l" t="t" r="r" b="b"/>
            <a:pathLst>
              <a:path w="2067560" h="2753360">
                <a:moveTo>
                  <a:pt x="0" y="0"/>
                </a:moveTo>
                <a:lnTo>
                  <a:pt x="2067560" y="0"/>
                </a:lnTo>
                <a:lnTo>
                  <a:pt x="2067560" y="2753360"/>
                </a:lnTo>
                <a:lnTo>
                  <a:pt x="0" y="27533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78760" y="4384040"/>
            <a:ext cx="2288539" cy="21894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72410" y="4377690"/>
            <a:ext cx="2301240" cy="2202180"/>
          </a:xfrm>
          <a:custGeom>
            <a:avLst/>
            <a:gdLst/>
            <a:ahLst/>
            <a:cxnLst/>
            <a:rect l="l" t="t" r="r" b="b"/>
            <a:pathLst>
              <a:path w="2301240" h="2202179">
                <a:moveTo>
                  <a:pt x="0" y="0"/>
                </a:moveTo>
                <a:lnTo>
                  <a:pt x="2301240" y="0"/>
                </a:lnTo>
                <a:lnTo>
                  <a:pt x="2301240" y="2202180"/>
                </a:lnTo>
                <a:lnTo>
                  <a:pt x="0" y="220218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5920" y="1661160"/>
            <a:ext cx="1737359" cy="975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9570" y="1654810"/>
            <a:ext cx="1750060" cy="988060"/>
          </a:xfrm>
          <a:custGeom>
            <a:avLst/>
            <a:gdLst/>
            <a:ahLst/>
            <a:cxnLst/>
            <a:rect l="l" t="t" r="r" b="b"/>
            <a:pathLst>
              <a:path w="1750060" h="988060">
                <a:moveTo>
                  <a:pt x="0" y="0"/>
                </a:moveTo>
                <a:lnTo>
                  <a:pt x="1750059" y="0"/>
                </a:lnTo>
                <a:lnTo>
                  <a:pt x="1750059" y="988060"/>
                </a:lnTo>
                <a:lnTo>
                  <a:pt x="0" y="9880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6068" y="225933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39">
                <a:moveTo>
                  <a:pt x="265468" y="58356"/>
                </a:moveTo>
                <a:lnTo>
                  <a:pt x="29184" y="58356"/>
                </a:lnTo>
                <a:lnTo>
                  <a:pt x="45377" y="131127"/>
                </a:lnTo>
                <a:lnTo>
                  <a:pt x="0" y="189484"/>
                </a:lnTo>
                <a:lnTo>
                  <a:pt x="65570" y="221869"/>
                </a:lnTo>
                <a:lnTo>
                  <a:pt x="81762" y="294640"/>
                </a:lnTo>
                <a:lnTo>
                  <a:pt x="147320" y="262255"/>
                </a:lnTo>
                <a:lnTo>
                  <a:pt x="220096" y="262255"/>
                </a:lnTo>
                <a:lnTo>
                  <a:pt x="229082" y="221869"/>
                </a:lnTo>
                <a:lnTo>
                  <a:pt x="294640" y="189484"/>
                </a:lnTo>
                <a:lnTo>
                  <a:pt x="249275" y="131127"/>
                </a:lnTo>
                <a:lnTo>
                  <a:pt x="265468" y="58356"/>
                </a:lnTo>
                <a:close/>
              </a:path>
              <a:path w="294640" h="294639">
                <a:moveTo>
                  <a:pt x="220096" y="262255"/>
                </a:moveTo>
                <a:lnTo>
                  <a:pt x="147320" y="262255"/>
                </a:lnTo>
                <a:lnTo>
                  <a:pt x="212890" y="294640"/>
                </a:lnTo>
                <a:lnTo>
                  <a:pt x="220096" y="262255"/>
                </a:lnTo>
                <a:close/>
              </a:path>
              <a:path w="294640" h="294639">
                <a:moveTo>
                  <a:pt x="147320" y="0"/>
                </a:moveTo>
                <a:lnTo>
                  <a:pt x="101955" y="58356"/>
                </a:lnTo>
                <a:lnTo>
                  <a:pt x="192697" y="58356"/>
                </a:lnTo>
                <a:lnTo>
                  <a:pt x="147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068" y="225933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39">
                <a:moveTo>
                  <a:pt x="0" y="189484"/>
                </a:moveTo>
                <a:lnTo>
                  <a:pt x="45377" y="131127"/>
                </a:lnTo>
                <a:lnTo>
                  <a:pt x="29184" y="58356"/>
                </a:lnTo>
                <a:lnTo>
                  <a:pt x="101955" y="58356"/>
                </a:lnTo>
                <a:lnTo>
                  <a:pt x="147320" y="0"/>
                </a:lnTo>
                <a:lnTo>
                  <a:pt x="192697" y="58356"/>
                </a:lnTo>
                <a:lnTo>
                  <a:pt x="265468" y="58356"/>
                </a:lnTo>
                <a:lnTo>
                  <a:pt x="249275" y="131127"/>
                </a:lnTo>
                <a:lnTo>
                  <a:pt x="294640" y="189484"/>
                </a:lnTo>
                <a:lnTo>
                  <a:pt x="229082" y="221869"/>
                </a:lnTo>
                <a:lnTo>
                  <a:pt x="212890" y="294640"/>
                </a:lnTo>
                <a:lnTo>
                  <a:pt x="147320" y="262255"/>
                </a:lnTo>
                <a:lnTo>
                  <a:pt x="81762" y="294640"/>
                </a:lnTo>
                <a:lnTo>
                  <a:pt x="65570" y="221869"/>
                </a:lnTo>
                <a:lnTo>
                  <a:pt x="0" y="1894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40329" y="419481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39" h="294639">
                <a:moveTo>
                  <a:pt x="265468" y="58356"/>
                </a:moveTo>
                <a:lnTo>
                  <a:pt x="29184" y="58356"/>
                </a:lnTo>
                <a:lnTo>
                  <a:pt x="45377" y="131127"/>
                </a:lnTo>
                <a:lnTo>
                  <a:pt x="0" y="189484"/>
                </a:lnTo>
                <a:lnTo>
                  <a:pt x="65570" y="221869"/>
                </a:lnTo>
                <a:lnTo>
                  <a:pt x="81762" y="294640"/>
                </a:lnTo>
                <a:lnTo>
                  <a:pt x="147320" y="262255"/>
                </a:lnTo>
                <a:lnTo>
                  <a:pt x="220089" y="262255"/>
                </a:lnTo>
                <a:lnTo>
                  <a:pt x="229082" y="221869"/>
                </a:lnTo>
                <a:lnTo>
                  <a:pt x="294640" y="189484"/>
                </a:lnTo>
                <a:lnTo>
                  <a:pt x="249275" y="131127"/>
                </a:lnTo>
                <a:lnTo>
                  <a:pt x="265468" y="58356"/>
                </a:lnTo>
                <a:close/>
              </a:path>
              <a:path w="294639" h="294639">
                <a:moveTo>
                  <a:pt x="220089" y="262255"/>
                </a:moveTo>
                <a:lnTo>
                  <a:pt x="147320" y="262255"/>
                </a:lnTo>
                <a:lnTo>
                  <a:pt x="212877" y="294640"/>
                </a:lnTo>
                <a:lnTo>
                  <a:pt x="220089" y="262255"/>
                </a:lnTo>
                <a:close/>
              </a:path>
              <a:path w="294639" h="294639">
                <a:moveTo>
                  <a:pt x="147320" y="0"/>
                </a:moveTo>
                <a:lnTo>
                  <a:pt x="101955" y="58356"/>
                </a:lnTo>
                <a:lnTo>
                  <a:pt x="192697" y="58356"/>
                </a:lnTo>
                <a:lnTo>
                  <a:pt x="147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40329" y="419481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39" h="294639">
                <a:moveTo>
                  <a:pt x="0" y="189484"/>
                </a:moveTo>
                <a:lnTo>
                  <a:pt x="45377" y="131127"/>
                </a:lnTo>
                <a:lnTo>
                  <a:pt x="29184" y="58356"/>
                </a:lnTo>
                <a:lnTo>
                  <a:pt x="101955" y="58356"/>
                </a:lnTo>
                <a:lnTo>
                  <a:pt x="147320" y="0"/>
                </a:lnTo>
                <a:lnTo>
                  <a:pt x="192697" y="58356"/>
                </a:lnTo>
                <a:lnTo>
                  <a:pt x="265468" y="58356"/>
                </a:lnTo>
                <a:lnTo>
                  <a:pt x="249275" y="131127"/>
                </a:lnTo>
                <a:lnTo>
                  <a:pt x="294640" y="189484"/>
                </a:lnTo>
                <a:lnTo>
                  <a:pt x="229082" y="221869"/>
                </a:lnTo>
                <a:lnTo>
                  <a:pt x="212877" y="294640"/>
                </a:lnTo>
                <a:lnTo>
                  <a:pt x="147320" y="262255"/>
                </a:lnTo>
                <a:lnTo>
                  <a:pt x="81762" y="294640"/>
                </a:lnTo>
                <a:lnTo>
                  <a:pt x="65570" y="221869"/>
                </a:lnTo>
                <a:lnTo>
                  <a:pt x="0" y="1894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348305"/>
            <a:ext cx="4368800" cy="3276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4650" y="1347470"/>
            <a:ext cx="4381500" cy="3289300"/>
          </a:xfrm>
          <a:custGeom>
            <a:avLst/>
            <a:gdLst/>
            <a:ahLst/>
            <a:cxnLst/>
            <a:rect l="l" t="t" r="r" b="b"/>
            <a:pathLst>
              <a:path w="4381500" h="3289300">
                <a:moveTo>
                  <a:pt x="0" y="0"/>
                </a:moveTo>
                <a:lnTo>
                  <a:pt x="4381500" y="0"/>
                </a:lnTo>
                <a:lnTo>
                  <a:pt x="4381500" y="3289300"/>
                </a:lnTo>
                <a:lnTo>
                  <a:pt x="0" y="3289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4651" y="4439922"/>
            <a:ext cx="3467099" cy="1945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1950" y="4420870"/>
            <a:ext cx="3479800" cy="1958339"/>
          </a:xfrm>
          <a:custGeom>
            <a:avLst/>
            <a:gdLst/>
            <a:ahLst/>
            <a:cxnLst/>
            <a:rect l="l" t="t" r="r" b="b"/>
            <a:pathLst>
              <a:path w="3479800" h="1958339">
                <a:moveTo>
                  <a:pt x="0" y="0"/>
                </a:moveTo>
                <a:lnTo>
                  <a:pt x="3479800" y="0"/>
                </a:lnTo>
                <a:lnTo>
                  <a:pt x="3479800" y="1958340"/>
                </a:lnTo>
                <a:lnTo>
                  <a:pt x="0" y="19583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33888" y="1283735"/>
            <a:ext cx="1777862" cy="294640"/>
          </a:xfrm>
          <a:custGeom>
            <a:avLst/>
            <a:gdLst/>
            <a:ahLst/>
            <a:cxnLst/>
            <a:rect l="l" t="t" r="r" b="b"/>
            <a:pathLst>
              <a:path w="1704339" h="294640">
                <a:moveTo>
                  <a:pt x="0" y="0"/>
                </a:moveTo>
                <a:lnTo>
                  <a:pt x="1704339" y="0"/>
                </a:lnTo>
                <a:lnTo>
                  <a:pt x="1704339" y="294639"/>
                </a:lnTo>
                <a:lnTo>
                  <a:pt x="0" y="294639"/>
                </a:lnTo>
                <a:lnTo>
                  <a:pt x="0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8012" y="1274209"/>
            <a:ext cx="1777862" cy="294640"/>
          </a:xfrm>
          <a:custGeom>
            <a:avLst/>
            <a:gdLst/>
            <a:ahLst/>
            <a:cxnLst/>
            <a:rect l="l" t="t" r="r" b="b"/>
            <a:pathLst>
              <a:path w="1704339" h="294640">
                <a:moveTo>
                  <a:pt x="0" y="0"/>
                </a:moveTo>
                <a:lnTo>
                  <a:pt x="1704339" y="0"/>
                </a:lnTo>
                <a:lnTo>
                  <a:pt x="1704339" y="294639"/>
                </a:lnTo>
                <a:lnTo>
                  <a:pt x="0" y="2946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7075" y="358994"/>
            <a:ext cx="322580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0"/>
              </a:lnSpc>
            </a:pP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éc</a:t>
            </a:r>
            <a:r>
              <a:rPr sz="1600" b="1" dirty="0">
                <a:latin typeface="Arial"/>
                <a:cs typeface="Arial"/>
              </a:rPr>
              <a:t>ou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se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ub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es</a:t>
            </a:r>
            <a:endParaRPr sz="1600" dirty="0">
              <a:latin typeface="Arial"/>
              <a:cs typeface="Arial"/>
            </a:endParaRPr>
          </a:p>
          <a:p>
            <a:pPr marL="825500">
              <a:lnSpc>
                <a:spcPts val="1830"/>
              </a:lnSpc>
            </a:pP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ls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</a:t>
            </a:r>
            <a:r>
              <a:rPr sz="1600" i="1" spc="-10" dirty="0">
                <a:latin typeface="Arial"/>
                <a:cs typeface="Arial"/>
              </a:rPr>
              <a:t>ha</a:t>
            </a:r>
            <a:r>
              <a:rPr sz="1600" i="1" dirty="0">
                <a:latin typeface="Arial"/>
                <a:cs typeface="Arial"/>
              </a:rPr>
              <a:t>c</a:t>
            </a:r>
            <a:r>
              <a:rPr sz="1600" i="1" spc="-10" dirty="0">
                <a:latin typeface="Arial"/>
                <a:cs typeface="Arial"/>
              </a:rPr>
              <a:t>ha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5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r</a:t>
            </a:r>
            <a:r>
              <a:rPr sz="1600" i="1" spc="-10" dirty="0">
                <a:latin typeface="Arial"/>
                <a:cs typeface="Arial"/>
              </a:rPr>
              <a:t>u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ba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…)</a:t>
            </a:r>
            <a:endParaRPr sz="1600" dirty="0">
              <a:latin typeface="Times New Roman"/>
              <a:cs typeface="Times New Roman"/>
            </a:endParaRPr>
          </a:p>
          <a:p>
            <a:pPr marL="1580515">
              <a:lnSpc>
                <a:spcPct val="100000"/>
              </a:lnSpc>
              <a:spcBef>
                <a:spcPts val="1205"/>
              </a:spcBef>
            </a:pPr>
            <a:endParaRPr lang="fr-FR" sz="1400" i="1" dirty="0">
              <a:latin typeface="Arial"/>
              <a:cs typeface="Arial"/>
            </a:endParaRPr>
          </a:p>
          <a:p>
            <a:pPr marL="1580515">
              <a:lnSpc>
                <a:spcPct val="100000"/>
              </a:lnSpc>
              <a:spcBef>
                <a:spcPts val="1205"/>
              </a:spcBef>
            </a:pPr>
            <a:r>
              <a:rPr lang="fr-FR" sz="1400" i="1" dirty="0">
                <a:latin typeface="Arial"/>
                <a:cs typeface="Arial"/>
              </a:rPr>
              <a:t>10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 err="1">
                <a:latin typeface="Arial"/>
                <a:cs typeface="Arial"/>
              </a:rPr>
              <a:t>heu</a:t>
            </a:r>
            <a:r>
              <a:rPr sz="1400" i="1" spc="-10" dirty="0" err="1">
                <a:latin typeface="Arial"/>
                <a:cs typeface="Arial"/>
              </a:rPr>
              <a:t>r</a:t>
            </a:r>
            <a:r>
              <a:rPr sz="1400" i="1" dirty="0" err="1">
                <a:latin typeface="Arial"/>
                <a:cs typeface="Arial"/>
              </a:rPr>
              <a:t>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!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4394" y="362425"/>
            <a:ext cx="197738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ub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1640" y="1762760"/>
            <a:ext cx="2920999" cy="1008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5290" y="1756410"/>
            <a:ext cx="2933700" cy="1021080"/>
          </a:xfrm>
          <a:custGeom>
            <a:avLst/>
            <a:gdLst/>
            <a:ahLst/>
            <a:cxnLst/>
            <a:rect l="l" t="t" r="r" b="b"/>
            <a:pathLst>
              <a:path w="2933700" h="1021080">
                <a:moveTo>
                  <a:pt x="0" y="0"/>
                </a:moveTo>
                <a:lnTo>
                  <a:pt x="2933700" y="0"/>
                </a:lnTo>
                <a:lnTo>
                  <a:pt x="2933700" y="1021079"/>
                </a:lnTo>
                <a:lnTo>
                  <a:pt x="0" y="10210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8820" y="3667760"/>
            <a:ext cx="2786379" cy="1059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2469" y="3661410"/>
            <a:ext cx="2799080" cy="1071880"/>
          </a:xfrm>
          <a:custGeom>
            <a:avLst/>
            <a:gdLst/>
            <a:ahLst/>
            <a:cxnLst/>
            <a:rect l="l" t="t" r="r" b="b"/>
            <a:pathLst>
              <a:path w="2799079" h="1071879">
                <a:moveTo>
                  <a:pt x="0" y="0"/>
                </a:moveTo>
                <a:lnTo>
                  <a:pt x="2799080" y="0"/>
                </a:lnTo>
                <a:lnTo>
                  <a:pt x="2799080" y="1071880"/>
                </a:lnTo>
                <a:lnTo>
                  <a:pt x="0" y="10718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1640" y="5148580"/>
            <a:ext cx="1866887" cy="1640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5290" y="5142230"/>
            <a:ext cx="1879600" cy="1653539"/>
          </a:xfrm>
          <a:custGeom>
            <a:avLst/>
            <a:gdLst/>
            <a:ahLst/>
            <a:cxnLst/>
            <a:rect l="l" t="t" r="r" b="b"/>
            <a:pathLst>
              <a:path w="1879600" h="1653540">
                <a:moveTo>
                  <a:pt x="0" y="0"/>
                </a:moveTo>
                <a:lnTo>
                  <a:pt x="1879600" y="0"/>
                </a:lnTo>
                <a:lnTo>
                  <a:pt x="1879600" y="1653539"/>
                </a:lnTo>
                <a:lnTo>
                  <a:pt x="0" y="1653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0341" y="1480324"/>
            <a:ext cx="2216770" cy="2444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7493" y="481809"/>
            <a:ext cx="23914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mi</a:t>
            </a:r>
            <a:r>
              <a:rPr sz="1600" b="1" dirty="0">
                <a:latin typeface="Arial"/>
                <a:cs typeface="Arial"/>
              </a:rPr>
              <a:t>ng</a:t>
            </a:r>
            <a:r>
              <a:rPr sz="1600" b="1" spc="35" dirty="0">
                <a:latin typeface="Arial"/>
                <a:cs typeface="Arial"/>
              </a:rPr>
              <a:t>w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à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2280" y="1272540"/>
            <a:ext cx="2085339" cy="2887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5930" y="1266190"/>
            <a:ext cx="2098040" cy="2900680"/>
          </a:xfrm>
          <a:custGeom>
            <a:avLst/>
            <a:gdLst/>
            <a:ahLst/>
            <a:cxnLst/>
            <a:rect l="l" t="t" r="r" b="b"/>
            <a:pathLst>
              <a:path w="2098040" h="2900679">
                <a:moveTo>
                  <a:pt x="0" y="0"/>
                </a:moveTo>
                <a:lnTo>
                  <a:pt x="2098040" y="0"/>
                </a:lnTo>
                <a:lnTo>
                  <a:pt x="2098040" y="2900679"/>
                </a:lnTo>
                <a:lnTo>
                  <a:pt x="0" y="29006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0" y="4645660"/>
            <a:ext cx="3157219" cy="1869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930" y="4639310"/>
            <a:ext cx="3169920" cy="1882139"/>
          </a:xfrm>
          <a:custGeom>
            <a:avLst/>
            <a:gdLst/>
            <a:ahLst/>
            <a:cxnLst/>
            <a:rect l="l" t="t" r="r" b="b"/>
            <a:pathLst>
              <a:path w="3169920" h="1882140">
                <a:moveTo>
                  <a:pt x="0" y="0"/>
                </a:moveTo>
                <a:lnTo>
                  <a:pt x="3169920" y="0"/>
                </a:lnTo>
                <a:lnTo>
                  <a:pt x="3169920" y="1882139"/>
                </a:lnTo>
                <a:lnTo>
                  <a:pt x="0" y="18821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35300" y="2095500"/>
            <a:ext cx="1864359" cy="12420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8950" y="2089150"/>
            <a:ext cx="1877060" cy="1254760"/>
          </a:xfrm>
          <a:custGeom>
            <a:avLst/>
            <a:gdLst/>
            <a:ahLst/>
            <a:cxnLst/>
            <a:rect l="l" t="t" r="r" b="b"/>
            <a:pathLst>
              <a:path w="1877060" h="1254760">
                <a:moveTo>
                  <a:pt x="0" y="0"/>
                </a:moveTo>
                <a:lnTo>
                  <a:pt x="1877060" y="0"/>
                </a:lnTo>
                <a:lnTo>
                  <a:pt x="1877060" y="1254760"/>
                </a:lnTo>
                <a:lnTo>
                  <a:pt x="0" y="12547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2928" y="409800"/>
            <a:ext cx="331089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rí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0" dirty="0">
                <a:latin typeface="Arial"/>
                <a:cs typeface="Arial"/>
              </a:rPr>
              <a:t>y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10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li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ux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5720" y="4970780"/>
            <a:ext cx="1920239" cy="1821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79370" y="4964430"/>
            <a:ext cx="1932939" cy="1833880"/>
          </a:xfrm>
          <a:custGeom>
            <a:avLst/>
            <a:gdLst/>
            <a:ahLst/>
            <a:cxnLst/>
            <a:rect l="l" t="t" r="r" b="b"/>
            <a:pathLst>
              <a:path w="1932939" h="1833879">
                <a:moveTo>
                  <a:pt x="0" y="0"/>
                </a:moveTo>
                <a:lnTo>
                  <a:pt x="1932939" y="0"/>
                </a:lnTo>
                <a:lnTo>
                  <a:pt x="1932939" y="1833880"/>
                </a:lnTo>
                <a:lnTo>
                  <a:pt x="0" y="18338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0859" y="1374140"/>
            <a:ext cx="1739900" cy="1165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509" y="1367790"/>
            <a:ext cx="1752600" cy="1178560"/>
          </a:xfrm>
          <a:custGeom>
            <a:avLst/>
            <a:gdLst/>
            <a:ahLst/>
            <a:cxnLst/>
            <a:rect l="l" t="t" r="r" b="b"/>
            <a:pathLst>
              <a:path w="1752600" h="1178560">
                <a:moveTo>
                  <a:pt x="0" y="0"/>
                </a:moveTo>
                <a:lnTo>
                  <a:pt x="1752600" y="0"/>
                </a:lnTo>
                <a:lnTo>
                  <a:pt x="1752600" y="1178560"/>
                </a:lnTo>
                <a:lnTo>
                  <a:pt x="0" y="11785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33420" y="1369060"/>
            <a:ext cx="1635759" cy="29082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27077" y="1362709"/>
            <a:ext cx="1648460" cy="2921000"/>
          </a:xfrm>
          <a:custGeom>
            <a:avLst/>
            <a:gdLst/>
            <a:ahLst/>
            <a:cxnLst/>
            <a:rect l="l" t="t" r="r" b="b"/>
            <a:pathLst>
              <a:path w="1648460" h="2921000">
                <a:moveTo>
                  <a:pt x="1648452" y="0"/>
                </a:moveTo>
                <a:lnTo>
                  <a:pt x="1648452" y="2920986"/>
                </a:lnTo>
                <a:lnTo>
                  <a:pt x="0" y="2920986"/>
                </a:lnTo>
                <a:lnTo>
                  <a:pt x="0" y="0"/>
                </a:lnTo>
                <a:lnTo>
                  <a:pt x="1648452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859" y="4564380"/>
            <a:ext cx="1252219" cy="2227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504" y="4558029"/>
            <a:ext cx="1264920" cy="2240280"/>
          </a:xfrm>
          <a:custGeom>
            <a:avLst/>
            <a:gdLst/>
            <a:ahLst/>
            <a:cxnLst/>
            <a:rect l="l" t="t" r="r" b="b"/>
            <a:pathLst>
              <a:path w="1264920" h="2240279">
                <a:moveTo>
                  <a:pt x="1264925" y="0"/>
                </a:moveTo>
                <a:lnTo>
                  <a:pt x="1264925" y="2240289"/>
                </a:lnTo>
                <a:lnTo>
                  <a:pt x="0" y="2240289"/>
                </a:lnTo>
                <a:lnTo>
                  <a:pt x="0" y="0"/>
                </a:lnTo>
                <a:lnTo>
                  <a:pt x="1264925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2130" y="2993390"/>
            <a:ext cx="2349500" cy="787400"/>
          </a:xfrm>
          <a:prstGeom prst="rect">
            <a:avLst/>
          </a:prstGeom>
          <a:solidFill>
            <a:srgbClr val="DAE3F3"/>
          </a:solidFill>
          <a:ln w="12700">
            <a:solidFill>
              <a:srgbClr val="4472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950" marR="358775" algn="ctr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I</a:t>
            </a:r>
            <a:r>
              <a:rPr sz="1400" i="1" spc="-30" dirty="0">
                <a:latin typeface="Arial"/>
                <a:cs typeface="Arial"/>
              </a:rPr>
              <a:t>mm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dans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une vé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ab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 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li</a:t>
            </a:r>
            <a:r>
              <a:rPr sz="1400" i="1" dirty="0">
                <a:latin typeface="Arial"/>
                <a:cs typeface="Arial"/>
              </a:rPr>
              <a:t>g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euse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446" y="403203"/>
            <a:ext cx="12992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80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f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16146" y="403203"/>
            <a:ext cx="16383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Ol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ob</a:t>
            </a:r>
            <a:r>
              <a:rPr sz="1600" b="1" spc="-5" dirty="0">
                <a:latin typeface="Arial"/>
                <a:cs typeface="Arial"/>
              </a:rPr>
              <a:t>il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1950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800" y="347980"/>
            <a:ext cx="431799" cy="287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65450" y="341630"/>
            <a:ext cx="444500" cy="299720"/>
          </a:xfrm>
          <a:custGeom>
            <a:avLst/>
            <a:gdLst/>
            <a:ahLst/>
            <a:cxnLst/>
            <a:rect l="l" t="t" r="r" b="b"/>
            <a:pathLst>
              <a:path w="444500" h="299720">
                <a:moveTo>
                  <a:pt x="0" y="0"/>
                </a:moveTo>
                <a:lnTo>
                  <a:pt x="444500" y="0"/>
                </a:lnTo>
                <a:lnTo>
                  <a:pt x="444500" y="299720"/>
                </a:lnTo>
                <a:lnTo>
                  <a:pt x="0" y="2997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780" y="1259840"/>
            <a:ext cx="3215639" cy="24104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430" y="1253490"/>
            <a:ext cx="3228340" cy="2423160"/>
          </a:xfrm>
          <a:custGeom>
            <a:avLst/>
            <a:gdLst/>
            <a:ahLst/>
            <a:cxnLst/>
            <a:rect l="l" t="t" r="r" b="b"/>
            <a:pathLst>
              <a:path w="3228340" h="2423160">
                <a:moveTo>
                  <a:pt x="0" y="0"/>
                </a:moveTo>
                <a:lnTo>
                  <a:pt x="3228339" y="0"/>
                </a:lnTo>
                <a:lnTo>
                  <a:pt x="3228339" y="2423160"/>
                </a:lnTo>
                <a:lnTo>
                  <a:pt x="0" y="24231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80260" y="3589020"/>
            <a:ext cx="2821939" cy="2118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73910" y="3582670"/>
            <a:ext cx="2834640" cy="2131060"/>
          </a:xfrm>
          <a:custGeom>
            <a:avLst/>
            <a:gdLst/>
            <a:ahLst/>
            <a:cxnLst/>
            <a:rect l="l" t="t" r="r" b="b"/>
            <a:pathLst>
              <a:path w="2834640" h="2131060">
                <a:moveTo>
                  <a:pt x="0" y="0"/>
                </a:moveTo>
                <a:lnTo>
                  <a:pt x="2834640" y="0"/>
                </a:lnTo>
                <a:lnTo>
                  <a:pt x="2834640" y="2131060"/>
                </a:lnTo>
                <a:lnTo>
                  <a:pt x="0" y="21310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2780" y="5580380"/>
            <a:ext cx="1993899" cy="14935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6430" y="5574030"/>
            <a:ext cx="2006600" cy="1506220"/>
          </a:xfrm>
          <a:custGeom>
            <a:avLst/>
            <a:gdLst/>
            <a:ahLst/>
            <a:cxnLst/>
            <a:rect l="l" t="t" r="r" b="b"/>
            <a:pathLst>
              <a:path w="2006600" h="1506220">
                <a:moveTo>
                  <a:pt x="0" y="0"/>
                </a:moveTo>
                <a:lnTo>
                  <a:pt x="2006600" y="0"/>
                </a:lnTo>
                <a:lnTo>
                  <a:pt x="2006600" y="1506220"/>
                </a:lnTo>
                <a:lnTo>
                  <a:pt x="0" y="15062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3815" y="409800"/>
            <a:ext cx="28257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0" dirty="0">
                <a:latin typeface="Arial"/>
                <a:cs typeface="Arial"/>
              </a:rPr>
              <a:t>y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: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 M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rí</a:t>
            </a: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340" y="1330960"/>
            <a:ext cx="4518659" cy="3058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0990" y="1324610"/>
            <a:ext cx="4531360" cy="3070860"/>
          </a:xfrm>
          <a:custGeom>
            <a:avLst/>
            <a:gdLst/>
            <a:ahLst/>
            <a:cxnLst/>
            <a:rect l="l" t="t" r="r" b="b"/>
            <a:pathLst>
              <a:path w="4531360" h="3070860">
                <a:moveTo>
                  <a:pt x="0" y="0"/>
                </a:moveTo>
                <a:lnTo>
                  <a:pt x="4531360" y="0"/>
                </a:lnTo>
                <a:lnTo>
                  <a:pt x="4531360" y="3070860"/>
                </a:lnTo>
                <a:lnTo>
                  <a:pt x="0" y="30708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6840" y="4975860"/>
            <a:ext cx="2768599" cy="1971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0489" y="4969510"/>
            <a:ext cx="2781300" cy="1983739"/>
          </a:xfrm>
          <a:custGeom>
            <a:avLst/>
            <a:gdLst/>
            <a:ahLst/>
            <a:cxnLst/>
            <a:rect l="l" t="t" r="r" b="b"/>
            <a:pathLst>
              <a:path w="2781300" h="1983740">
                <a:moveTo>
                  <a:pt x="0" y="0"/>
                </a:moveTo>
                <a:lnTo>
                  <a:pt x="2781300" y="0"/>
                </a:lnTo>
                <a:lnTo>
                  <a:pt x="2781300" y="1983739"/>
                </a:lnTo>
                <a:lnTo>
                  <a:pt x="0" y="19837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6057900"/>
            <a:ext cx="1976119" cy="1135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16250" y="6051550"/>
            <a:ext cx="1988820" cy="1148080"/>
          </a:xfrm>
          <a:custGeom>
            <a:avLst/>
            <a:gdLst/>
            <a:ahLst/>
            <a:cxnLst/>
            <a:rect l="l" t="t" r="r" b="b"/>
            <a:pathLst>
              <a:path w="1988820" h="1148079">
                <a:moveTo>
                  <a:pt x="0" y="0"/>
                </a:moveTo>
                <a:lnTo>
                  <a:pt x="1988820" y="0"/>
                </a:lnTo>
                <a:lnTo>
                  <a:pt x="1988820" y="1148080"/>
                </a:lnTo>
                <a:lnTo>
                  <a:pt x="0" y="11480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508" y="481809"/>
            <a:ext cx="33496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hons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P</a:t>
            </a:r>
            <a:r>
              <a:rPr sz="1600" i="1" dirty="0">
                <a:latin typeface="Arial"/>
                <a:cs typeface="Arial"/>
              </a:rPr>
              <a:t>l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ya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La</a:t>
            </a:r>
            <a:r>
              <a:rPr sz="1600" i="1" spc="5" dirty="0">
                <a:latin typeface="Arial"/>
                <a:cs typeface="Arial"/>
              </a:rPr>
              <a:t>r</a:t>
            </a:r>
            <a:r>
              <a:rPr sz="1600" i="1" spc="-10" dirty="0">
                <a:latin typeface="Arial"/>
                <a:cs typeface="Arial"/>
              </a:rPr>
              <a:t>ga</a:t>
            </a:r>
            <a:r>
              <a:rPr sz="1600" i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922781"/>
            <a:ext cx="5328919" cy="1198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70" y="191643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0" y="0"/>
                </a:moveTo>
                <a:lnTo>
                  <a:pt x="5327649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70" y="31280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532764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8800" y="3794760"/>
            <a:ext cx="3685540" cy="2072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2450" y="3788410"/>
            <a:ext cx="3698240" cy="2085339"/>
          </a:xfrm>
          <a:custGeom>
            <a:avLst/>
            <a:gdLst/>
            <a:ahLst/>
            <a:cxnLst/>
            <a:rect l="l" t="t" r="r" b="b"/>
            <a:pathLst>
              <a:path w="3698240" h="2085339">
                <a:moveTo>
                  <a:pt x="0" y="0"/>
                </a:moveTo>
                <a:lnTo>
                  <a:pt x="3698240" y="0"/>
                </a:lnTo>
                <a:lnTo>
                  <a:pt x="3698240" y="2085339"/>
                </a:lnTo>
                <a:lnTo>
                  <a:pt x="0" y="20853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72" y="409800"/>
            <a:ext cx="39560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d,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m</a:t>
            </a:r>
            <a:r>
              <a:rPr sz="1600" spc="-10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m</a:t>
            </a:r>
            <a:r>
              <a:rPr sz="1600" spc="-10" dirty="0">
                <a:latin typeface="Arial"/>
                <a:cs typeface="Arial"/>
              </a:rPr>
              <a:t>ond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dirty="0">
                <a:latin typeface="Arial"/>
                <a:cs typeface="Arial"/>
              </a:rPr>
              <a:t>l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l’UN</a:t>
            </a:r>
            <a:r>
              <a:rPr sz="1600" spc="-10" dirty="0">
                <a:latin typeface="Arial"/>
                <a:cs typeface="Arial"/>
              </a:rPr>
              <a:t>ES</a:t>
            </a:r>
            <a:r>
              <a:rPr sz="1600" dirty="0">
                <a:latin typeface="Arial"/>
                <a:cs typeface="Arial"/>
              </a:rPr>
              <a:t>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4139" y="4257040"/>
            <a:ext cx="2344419" cy="1539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37789" y="4250690"/>
            <a:ext cx="2357120" cy="1551940"/>
          </a:xfrm>
          <a:custGeom>
            <a:avLst/>
            <a:gdLst/>
            <a:ahLst/>
            <a:cxnLst/>
            <a:rect l="l" t="t" r="r" b="b"/>
            <a:pathLst>
              <a:path w="2357120" h="1551939">
                <a:moveTo>
                  <a:pt x="0" y="0"/>
                </a:moveTo>
                <a:lnTo>
                  <a:pt x="2357119" y="0"/>
                </a:lnTo>
                <a:lnTo>
                  <a:pt x="2357119" y="1551939"/>
                </a:lnTo>
                <a:lnTo>
                  <a:pt x="0" y="15519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220" y="1201420"/>
            <a:ext cx="4041127" cy="2689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870" y="1195070"/>
            <a:ext cx="4053840" cy="2702560"/>
          </a:xfrm>
          <a:custGeom>
            <a:avLst/>
            <a:gdLst/>
            <a:ahLst/>
            <a:cxnLst/>
            <a:rect l="l" t="t" r="r" b="b"/>
            <a:pathLst>
              <a:path w="4053840" h="2702560">
                <a:moveTo>
                  <a:pt x="0" y="0"/>
                </a:moveTo>
                <a:lnTo>
                  <a:pt x="4053840" y="0"/>
                </a:lnTo>
                <a:lnTo>
                  <a:pt x="4053840" y="2702560"/>
                </a:lnTo>
                <a:lnTo>
                  <a:pt x="0" y="27025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3220" y="5796280"/>
            <a:ext cx="1927859" cy="12852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6870" y="5789930"/>
            <a:ext cx="1940560" cy="1297940"/>
          </a:xfrm>
          <a:custGeom>
            <a:avLst/>
            <a:gdLst/>
            <a:ahLst/>
            <a:cxnLst/>
            <a:rect l="l" t="t" r="r" b="b"/>
            <a:pathLst>
              <a:path w="1940560" h="1297940">
                <a:moveTo>
                  <a:pt x="0" y="0"/>
                </a:moveTo>
                <a:lnTo>
                  <a:pt x="1940560" y="0"/>
                </a:lnTo>
                <a:lnTo>
                  <a:pt x="1940560" y="1297940"/>
                </a:lnTo>
                <a:lnTo>
                  <a:pt x="0" y="12979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2592" y="409800"/>
            <a:ext cx="20256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9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dirty="0">
                <a:latin typeface="Arial"/>
                <a:cs typeface="Arial"/>
              </a:rPr>
              <a:t>os 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700" y="1188720"/>
            <a:ext cx="2286000" cy="1518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7350" y="1182370"/>
            <a:ext cx="2298700" cy="1531620"/>
          </a:xfrm>
          <a:custGeom>
            <a:avLst/>
            <a:gdLst/>
            <a:ahLst/>
            <a:cxnLst/>
            <a:rect l="l" t="t" r="r" b="b"/>
            <a:pathLst>
              <a:path w="2298700" h="1531620">
                <a:moveTo>
                  <a:pt x="0" y="0"/>
                </a:moveTo>
                <a:lnTo>
                  <a:pt x="2298700" y="0"/>
                </a:lnTo>
                <a:lnTo>
                  <a:pt x="2298700" y="1531620"/>
                </a:lnTo>
                <a:lnTo>
                  <a:pt x="0" y="15316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3700" y="2989580"/>
            <a:ext cx="2285987" cy="15214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7350" y="2983230"/>
            <a:ext cx="2298700" cy="1534160"/>
          </a:xfrm>
          <a:custGeom>
            <a:avLst/>
            <a:gdLst/>
            <a:ahLst/>
            <a:cxnLst/>
            <a:rect l="l" t="t" r="r" b="b"/>
            <a:pathLst>
              <a:path w="2298700" h="1534160">
                <a:moveTo>
                  <a:pt x="0" y="0"/>
                </a:moveTo>
                <a:lnTo>
                  <a:pt x="2298700" y="0"/>
                </a:lnTo>
                <a:lnTo>
                  <a:pt x="2298700" y="1534160"/>
                </a:lnTo>
                <a:lnTo>
                  <a:pt x="0" y="15341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3540" y="2148840"/>
            <a:ext cx="2075179" cy="13817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17189" y="2142490"/>
            <a:ext cx="2087880" cy="1394460"/>
          </a:xfrm>
          <a:custGeom>
            <a:avLst/>
            <a:gdLst/>
            <a:ahLst/>
            <a:cxnLst/>
            <a:rect l="l" t="t" r="r" b="b"/>
            <a:pathLst>
              <a:path w="2087879" h="1394460">
                <a:moveTo>
                  <a:pt x="0" y="0"/>
                </a:moveTo>
                <a:lnTo>
                  <a:pt x="2087880" y="0"/>
                </a:lnTo>
                <a:lnTo>
                  <a:pt x="2087880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3700" y="4953000"/>
            <a:ext cx="2938779" cy="1955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7350" y="4946650"/>
            <a:ext cx="2951480" cy="1968500"/>
          </a:xfrm>
          <a:custGeom>
            <a:avLst/>
            <a:gdLst/>
            <a:ahLst/>
            <a:cxnLst/>
            <a:rect l="l" t="t" r="r" b="b"/>
            <a:pathLst>
              <a:path w="2951479" h="1968500">
                <a:moveTo>
                  <a:pt x="0" y="0"/>
                </a:moveTo>
                <a:lnTo>
                  <a:pt x="2951479" y="0"/>
                </a:lnTo>
                <a:lnTo>
                  <a:pt x="2951479" y="1968500"/>
                </a:lnTo>
                <a:lnTo>
                  <a:pt x="0" y="1968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3560" y="3657600"/>
            <a:ext cx="1755127" cy="11683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77210" y="3651250"/>
            <a:ext cx="1767839" cy="1181100"/>
          </a:xfrm>
          <a:custGeom>
            <a:avLst/>
            <a:gdLst/>
            <a:ahLst/>
            <a:cxnLst/>
            <a:rect l="l" t="t" r="r" b="b"/>
            <a:pathLst>
              <a:path w="1767839" h="1181100">
                <a:moveTo>
                  <a:pt x="0" y="0"/>
                </a:moveTo>
                <a:lnTo>
                  <a:pt x="1767839" y="0"/>
                </a:lnTo>
                <a:lnTo>
                  <a:pt x="1767839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046" y="258701"/>
            <a:ext cx="396367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715" algn="r">
              <a:lnSpc>
                <a:spcPts val="183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ll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ñ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m</a:t>
            </a:r>
            <a:r>
              <a:rPr sz="1600" spc="-10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-10" dirty="0">
                <a:latin typeface="Arial"/>
                <a:cs typeface="Arial"/>
              </a:rPr>
              <a:t>u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spc="-10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l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ts val="1830"/>
              </a:lnSpc>
            </a:pPr>
            <a:r>
              <a:rPr sz="1600" dirty="0">
                <a:latin typeface="Arial"/>
                <a:cs typeface="Arial"/>
              </a:rPr>
              <a:t>l’UN</a:t>
            </a:r>
            <a:r>
              <a:rPr sz="1600" spc="-10" dirty="0">
                <a:latin typeface="Arial"/>
                <a:cs typeface="Arial"/>
              </a:rPr>
              <a:t>ES</a:t>
            </a:r>
            <a:r>
              <a:rPr sz="1600" dirty="0">
                <a:latin typeface="Arial"/>
                <a:cs typeface="Arial"/>
              </a:rPr>
              <a:t>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3600" y="5580380"/>
            <a:ext cx="1551939" cy="1173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7250" y="5574030"/>
            <a:ext cx="1564640" cy="1186180"/>
          </a:xfrm>
          <a:custGeom>
            <a:avLst/>
            <a:gdLst/>
            <a:ahLst/>
            <a:cxnLst/>
            <a:rect l="l" t="t" r="r" b="b"/>
            <a:pathLst>
              <a:path w="1564639" h="1186179">
                <a:moveTo>
                  <a:pt x="0" y="0"/>
                </a:moveTo>
                <a:lnTo>
                  <a:pt x="1564639" y="0"/>
                </a:lnTo>
                <a:lnTo>
                  <a:pt x="1564639" y="1186180"/>
                </a:lnTo>
                <a:lnTo>
                  <a:pt x="0" y="11861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600" y="1488440"/>
            <a:ext cx="3817619" cy="22072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7250" y="1482090"/>
            <a:ext cx="3830320" cy="2219960"/>
          </a:xfrm>
          <a:custGeom>
            <a:avLst/>
            <a:gdLst/>
            <a:ahLst/>
            <a:cxnLst/>
            <a:rect l="l" t="t" r="r" b="b"/>
            <a:pathLst>
              <a:path w="3830320" h="2219960">
                <a:moveTo>
                  <a:pt x="0" y="0"/>
                </a:moveTo>
                <a:lnTo>
                  <a:pt x="3830320" y="0"/>
                </a:lnTo>
                <a:lnTo>
                  <a:pt x="3830320" y="2219960"/>
                </a:lnTo>
                <a:lnTo>
                  <a:pt x="0" y="22199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59379" y="4356100"/>
            <a:ext cx="2473959" cy="14300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3029" y="4349750"/>
            <a:ext cx="2486660" cy="1442720"/>
          </a:xfrm>
          <a:custGeom>
            <a:avLst/>
            <a:gdLst/>
            <a:ahLst/>
            <a:cxnLst/>
            <a:rect l="l" t="t" r="r" b="b"/>
            <a:pathLst>
              <a:path w="2486660" h="1442720">
                <a:moveTo>
                  <a:pt x="0" y="0"/>
                </a:moveTo>
                <a:lnTo>
                  <a:pt x="2486660" y="0"/>
                </a:lnTo>
                <a:lnTo>
                  <a:pt x="2486660" y="1442720"/>
                </a:lnTo>
                <a:lnTo>
                  <a:pt x="0" y="14427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5661" y="275707"/>
            <a:ext cx="3526154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575" i="1" spc="-15" baseline="26455" dirty="0">
                <a:latin typeface="Arial"/>
                <a:cs typeface="Arial"/>
              </a:rPr>
              <a:t>è</a:t>
            </a:r>
            <a:r>
              <a:rPr sz="1575" i="1" spc="7" baseline="26455" dirty="0">
                <a:latin typeface="Arial"/>
                <a:cs typeface="Arial"/>
              </a:rPr>
              <a:t>r</a:t>
            </a:r>
            <a:r>
              <a:rPr sz="1575" i="1" baseline="26455" dirty="0">
                <a:latin typeface="Arial"/>
                <a:cs typeface="Arial"/>
              </a:rPr>
              <a:t>e </a:t>
            </a:r>
            <a:r>
              <a:rPr sz="1575" i="1" spc="-202" baseline="264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ne)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0460" y="1818609"/>
            <a:ext cx="2918459" cy="3525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125221"/>
              </p:ext>
            </p:extLst>
          </p:nvPr>
        </p:nvGraphicFramePr>
        <p:xfrm>
          <a:off x="-3175" y="1685263"/>
          <a:ext cx="5321932" cy="3651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3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7468">
                <a:tc>
                  <a:txBody>
                    <a:bodyPr/>
                    <a:lstStyle/>
                    <a:p>
                      <a:pPr marL="206375">
                        <a:lnSpc>
                          <a:spcPts val="9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85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tés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do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0" marR="13335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9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du q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26695" marR="158115" indent="-86360">
                        <a:lnSpc>
                          <a:spcPct val="2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de 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4"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8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b="1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angu</a:t>
                      </a:r>
                      <a:r>
                        <a:rPr sz="1400" b="1" spc="-2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400" b="1" spc="-35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5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400" b="1" spc="-1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b="1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"/>
                        </a:spcBef>
                      </a:pPr>
                      <a:endParaRPr sz="145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fr-FR"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25" i="1" spc="-7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èm</a:t>
                      </a:r>
                      <a:r>
                        <a:rPr sz="1425" i="1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  </a:t>
                      </a:r>
                      <a:r>
                        <a:rPr sz="1425" i="1" spc="-22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Fes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i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val</a:t>
                      </a:r>
                      <a:r>
                        <a:rPr sz="14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1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ango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avane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16">
                <a:tc>
                  <a:txBody>
                    <a:bodyPr/>
                    <a:lstStyle/>
                    <a:p>
                      <a:pPr marL="224790" marR="110489" indent="-11176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anoï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203835" indent="152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3017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2076">
                <a:tc>
                  <a:txBody>
                    <a:bodyPr/>
                    <a:lstStyle/>
                    <a:p>
                      <a:pPr marL="140970" marR="13525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ieille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80010" marR="75565" indent="-1270" algn="ctr">
                        <a:lnSpc>
                          <a:spcPct val="2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al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5730" marR="118110" indent="-317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des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Gé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aux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3990" marR="170180" indent="63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ce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’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2509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l’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61290" marR="188595" indent="1905" algn="ctr">
                        <a:lnSpc>
                          <a:spcPct val="2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ou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35" marR="53340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isi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014" marR="53340" indent="-81280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7475" marR="134620" indent="1905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 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96215" marR="212725" algn="ctr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sz="1200" spc="-7" baseline="-1736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baseline="-1736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15" baseline="-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7" baseline="-17361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500" spc="-5" dirty="0">
                          <a:latin typeface="Arial"/>
                          <a:cs typeface="Arial"/>
                        </a:rPr>
                        <a:t>è</a:t>
                      </a:r>
                      <a:r>
                        <a:rPr sz="500" spc="-10" dirty="0">
                          <a:latin typeface="Arial"/>
                          <a:cs typeface="Arial"/>
                        </a:rPr>
                        <a:t>me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412">
                <a:tc>
                  <a:txBody>
                    <a:bodyPr/>
                    <a:lstStyle/>
                    <a:p>
                      <a:pPr marL="148590" marR="115570" indent="-3302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nt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204470" indent="1778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nt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odegón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Gat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</a:p>
                    <a:p>
                      <a:pPr marR="14604" algn="ctr">
                        <a:lnSpc>
                          <a:spcPct val="100000"/>
                        </a:lnSpc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bo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o)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1520" y="281096"/>
            <a:ext cx="36315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du</a:t>
            </a:r>
            <a:r>
              <a:rPr sz="1600" b="1" i="1" spc="-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F</a:t>
            </a:r>
            <a:r>
              <a:rPr sz="1600" b="1" i="1" spc="-10" dirty="0">
                <a:latin typeface="Arial"/>
                <a:cs typeface="Arial"/>
              </a:rPr>
              <a:t>es</a:t>
            </a:r>
            <a:r>
              <a:rPr sz="1600" b="1" i="1" spc="5" dirty="0">
                <a:latin typeface="Arial"/>
                <a:cs typeface="Arial"/>
              </a:rPr>
              <a:t>t</a:t>
            </a:r>
            <a:r>
              <a:rPr sz="1600" b="1" i="1" spc="-5" dirty="0">
                <a:latin typeface="Arial"/>
                <a:cs typeface="Arial"/>
              </a:rPr>
              <a:t>i</a:t>
            </a:r>
            <a:r>
              <a:rPr sz="1600" b="1" i="1" spc="-10" dirty="0">
                <a:latin typeface="Arial"/>
                <a:cs typeface="Arial"/>
              </a:rPr>
              <a:t>va</a:t>
            </a:r>
            <a:r>
              <a:rPr sz="1600" b="1" i="1" dirty="0">
                <a:latin typeface="Arial"/>
                <a:cs typeface="Arial"/>
              </a:rPr>
              <a:t>l</a:t>
            </a:r>
            <a:r>
              <a:rPr sz="1600" b="1" i="1" spc="4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600" i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1513484"/>
          <a:ext cx="5327648" cy="4532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05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4515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té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740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494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à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ña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86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9588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ille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05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tá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tí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11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teat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8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811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86360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eaga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7823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teñ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cca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bet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eaga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76708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teban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48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(T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da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066">
                <a:tc gridSpan="4">
                  <a:txBody>
                    <a:bodyPr/>
                    <a:lstStyle/>
                    <a:p>
                      <a:pPr marL="894715" marR="77914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otog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Lá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96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25146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7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00 AM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ga.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1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123825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6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608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6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1322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ez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2425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La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915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25146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7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00 AM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q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ate.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2205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ez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4153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1520" y="281096"/>
            <a:ext cx="363029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du</a:t>
            </a:r>
            <a:r>
              <a:rPr sz="1600" b="1" i="1" spc="-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F</a:t>
            </a:r>
            <a:r>
              <a:rPr sz="1600" b="1" i="1" spc="-10" dirty="0">
                <a:latin typeface="Arial"/>
                <a:cs typeface="Arial"/>
              </a:rPr>
              <a:t>es</a:t>
            </a:r>
            <a:r>
              <a:rPr sz="1600" b="1" i="1" spc="5" dirty="0">
                <a:latin typeface="Arial"/>
                <a:cs typeface="Arial"/>
              </a:rPr>
              <a:t>t</a:t>
            </a:r>
            <a:r>
              <a:rPr sz="1600" b="1" i="1" spc="-5" dirty="0">
                <a:latin typeface="Arial"/>
                <a:cs typeface="Arial"/>
              </a:rPr>
              <a:t>i</a:t>
            </a:r>
            <a:r>
              <a:rPr sz="1600" b="1" i="1" spc="-10" dirty="0">
                <a:latin typeface="Arial"/>
                <a:cs typeface="Arial"/>
              </a:rPr>
              <a:t>va</a:t>
            </a:r>
            <a:r>
              <a:rPr sz="1600" b="1" i="1" dirty="0">
                <a:latin typeface="Arial"/>
                <a:cs typeface="Arial"/>
              </a:rPr>
              <a:t>l</a:t>
            </a:r>
            <a:r>
              <a:rPr sz="1600" b="1" i="1" spc="4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1475575"/>
          <a:ext cx="5327647" cy="4960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4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24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15900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té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01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9:0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16319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tó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en d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0815" marR="9588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ille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783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9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84">
                <a:tc gridSpan="4">
                  <a:txBody>
                    <a:bodyPr/>
                    <a:lstStyle/>
                    <a:p>
                      <a:pPr marL="941705" marR="83248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03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14">
                <a:tc gridSpan="4">
                  <a:txBody>
                    <a:bodyPr/>
                    <a:lstStyle/>
                    <a:p>
                      <a:pPr marL="941705" marR="90487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au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03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47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púb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03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7:0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118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8:0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118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02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6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3:3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8434">
                <a:tc gridSpan="4">
                  <a:txBody>
                    <a:bodyPr/>
                    <a:lstStyle/>
                    <a:p>
                      <a:pPr marL="941705" marR="82486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púb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edes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684">
                <a:tc gridSpan="4">
                  <a:txBody>
                    <a:bodyPr/>
                    <a:lstStyle/>
                    <a:p>
                      <a:pPr marL="941705" marR="87185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47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7:0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67334">
                <a:tc gridSpan="4">
                  <a:txBody>
                    <a:bodyPr/>
                    <a:lstStyle/>
                    <a:p>
                      <a:pPr marL="941705" marR="88836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os 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;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pete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603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40925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8260" indent="1016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67080" y="275707"/>
            <a:ext cx="3594735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</a:t>
            </a:r>
            <a:r>
              <a:rPr sz="1575" i="1" spc="-15" baseline="26455" dirty="0">
                <a:latin typeface="Arial"/>
                <a:cs typeface="Arial"/>
              </a:rPr>
              <a:t>è</a:t>
            </a:r>
            <a:r>
              <a:rPr sz="1575" i="1" spc="-7" baseline="26455" dirty="0">
                <a:latin typeface="Arial"/>
                <a:cs typeface="Arial"/>
              </a:rPr>
              <a:t>m</a:t>
            </a:r>
            <a:r>
              <a:rPr sz="1575" i="1" baseline="26455" dirty="0">
                <a:latin typeface="Arial"/>
                <a:cs typeface="Arial"/>
              </a:rPr>
              <a:t>e </a:t>
            </a:r>
            <a:r>
              <a:rPr sz="1575" i="1" spc="-172" baseline="264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ne)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-3175" y="1685274"/>
          <a:ext cx="5321930" cy="44858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0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4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7467">
                <a:tc>
                  <a:txBody>
                    <a:bodyPr/>
                    <a:lstStyle/>
                    <a:p>
                      <a:pPr marL="64769">
                        <a:lnSpc>
                          <a:spcPts val="9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8270">
                        <a:lnSpc>
                          <a:spcPts val="850"/>
                        </a:lnSpc>
                        <a:tabLst>
                          <a:tab pos="812800" algn="l"/>
                        </a:tabLst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	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316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8265" algn="ctr">
                        <a:lnSpc>
                          <a:spcPct val="2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5250" marR="8826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ié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61594" indent="33020">
                        <a:lnSpc>
                          <a:spcPct val="3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53975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 </a:t>
                      </a:r>
                      <a:r>
                        <a:rPr sz="800" b="1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6530" marR="170815" indent="254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(T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 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aga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à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ux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00" marR="17716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ses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72390" indent="2540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Fo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isa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sé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7630" marR="83185" indent="508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pet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at 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s,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…)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56">
                <a:tc>
                  <a:txBody>
                    <a:bodyPr/>
                    <a:lstStyle/>
                    <a:p>
                      <a:pPr marL="57150" marR="54610" algn="ctr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56210" marR="146685" indent="762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euner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ent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48590" marR="141605" indent="50800">
                        <a:lnSpc>
                          <a:spcPct val="10000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ho Gua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ji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ico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28270" marR="12509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éje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er G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aji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5570" marR="107314" indent="-254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à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ca 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5570" marR="107314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à c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0810" marR="125730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ade 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ivi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è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ous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62560" marR="10858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56515" indent="-33020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ón 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6032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3996">
                <a:tc>
                  <a:txBody>
                    <a:bodyPr/>
                    <a:lstStyle/>
                    <a:p>
                      <a:pPr marL="64769" marR="6032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pde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ila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9530" marR="45085" indent="1905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î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toi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9530" marR="4508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tai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c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 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16954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à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7790" marR="8890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ale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 B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ga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5090" marR="78740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ai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5730" marR="11620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ville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1130" marR="142240" indent="-2540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 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’H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5080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2550" marR="74930" indent="63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tos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3510" marR="13462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 H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yo H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17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ki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247650" marR="123825" indent="-116839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1830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68580" indent="-8636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7406" y="553087"/>
            <a:ext cx="28765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Log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 à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0420" y="5013960"/>
            <a:ext cx="2842259" cy="1892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84070" y="5007610"/>
            <a:ext cx="2854960" cy="1905000"/>
          </a:xfrm>
          <a:custGeom>
            <a:avLst/>
            <a:gdLst/>
            <a:ahLst/>
            <a:cxnLst/>
            <a:rect l="l" t="t" r="r" b="b"/>
            <a:pathLst>
              <a:path w="2854960" h="1905000">
                <a:moveTo>
                  <a:pt x="0" y="0"/>
                </a:moveTo>
                <a:lnTo>
                  <a:pt x="2854960" y="0"/>
                </a:lnTo>
                <a:lnTo>
                  <a:pt x="2854960" y="1904999"/>
                </a:lnTo>
                <a:lnTo>
                  <a:pt x="0" y="19049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69539" y="1978660"/>
            <a:ext cx="2291079" cy="1523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3189" y="1972310"/>
            <a:ext cx="2303780" cy="1536700"/>
          </a:xfrm>
          <a:custGeom>
            <a:avLst/>
            <a:gdLst/>
            <a:ahLst/>
            <a:cxnLst/>
            <a:rect l="l" t="t" r="r" b="b"/>
            <a:pathLst>
              <a:path w="2303779" h="1536700">
                <a:moveTo>
                  <a:pt x="0" y="0"/>
                </a:moveTo>
                <a:lnTo>
                  <a:pt x="2303780" y="0"/>
                </a:lnTo>
                <a:lnTo>
                  <a:pt x="230378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59" y="3695700"/>
            <a:ext cx="1821179" cy="12115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9909" y="3689350"/>
            <a:ext cx="1833880" cy="1224280"/>
          </a:xfrm>
          <a:custGeom>
            <a:avLst/>
            <a:gdLst/>
            <a:ahLst/>
            <a:cxnLst/>
            <a:rect l="l" t="t" r="r" b="b"/>
            <a:pathLst>
              <a:path w="1833880" h="1224279">
                <a:moveTo>
                  <a:pt x="0" y="0"/>
                </a:moveTo>
                <a:lnTo>
                  <a:pt x="1833879" y="0"/>
                </a:lnTo>
                <a:lnTo>
                  <a:pt x="1833879" y="1224280"/>
                </a:lnTo>
                <a:lnTo>
                  <a:pt x="0" y="12242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6259" y="1369060"/>
            <a:ext cx="1709407" cy="21335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909" y="1362710"/>
            <a:ext cx="1722120" cy="2146300"/>
          </a:xfrm>
          <a:custGeom>
            <a:avLst/>
            <a:gdLst/>
            <a:ahLst/>
            <a:cxnLst/>
            <a:rect l="l" t="t" r="r" b="b"/>
            <a:pathLst>
              <a:path w="1722120" h="2146300">
                <a:moveTo>
                  <a:pt x="0" y="0"/>
                </a:moveTo>
                <a:lnTo>
                  <a:pt x="1722119" y="0"/>
                </a:lnTo>
                <a:lnTo>
                  <a:pt x="1722119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119" y="2890520"/>
            <a:ext cx="5184139" cy="2710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769" y="2884170"/>
            <a:ext cx="5196840" cy="2722880"/>
          </a:xfrm>
          <a:custGeom>
            <a:avLst/>
            <a:gdLst/>
            <a:ahLst/>
            <a:cxnLst/>
            <a:rect l="l" t="t" r="r" b="b"/>
            <a:pathLst>
              <a:path w="5196840" h="2722879">
                <a:moveTo>
                  <a:pt x="0" y="0"/>
                </a:moveTo>
                <a:lnTo>
                  <a:pt x="5196840" y="0"/>
                </a:lnTo>
                <a:lnTo>
                  <a:pt x="5196840" y="2722880"/>
                </a:lnTo>
                <a:lnTo>
                  <a:pt x="0" y="272288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752" y="1148080"/>
            <a:ext cx="2080247" cy="1701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710" y="1491859"/>
            <a:ext cx="1880870" cy="897890"/>
          </a:xfrm>
          <a:custGeom>
            <a:avLst/>
            <a:gdLst/>
            <a:ahLst/>
            <a:cxnLst/>
            <a:rect l="l" t="t" r="r" b="b"/>
            <a:pathLst>
              <a:path w="1880870" h="897889">
                <a:moveTo>
                  <a:pt x="0" y="897407"/>
                </a:moveTo>
                <a:lnTo>
                  <a:pt x="1880514" y="0"/>
                </a:lnTo>
              </a:path>
            </a:pathLst>
          </a:custGeom>
          <a:ln w="2794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6569" y="1460055"/>
            <a:ext cx="93980" cy="76200"/>
          </a:xfrm>
          <a:custGeom>
            <a:avLst/>
            <a:gdLst/>
            <a:ahLst/>
            <a:cxnLst/>
            <a:rect l="l" t="t" r="r" b="b"/>
            <a:pathLst>
              <a:path w="93980" h="76200">
                <a:moveTo>
                  <a:pt x="0" y="0"/>
                </a:moveTo>
                <a:lnTo>
                  <a:pt x="36106" y="75641"/>
                </a:lnTo>
                <a:lnTo>
                  <a:pt x="93700" y="1714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663" y="2345428"/>
            <a:ext cx="93980" cy="76200"/>
          </a:xfrm>
          <a:custGeom>
            <a:avLst/>
            <a:gdLst/>
            <a:ahLst/>
            <a:cxnLst/>
            <a:rect l="l" t="t" r="r" b="b"/>
            <a:pathLst>
              <a:path w="93979" h="76200">
                <a:moveTo>
                  <a:pt x="57607" y="0"/>
                </a:moveTo>
                <a:lnTo>
                  <a:pt x="0" y="73926"/>
                </a:lnTo>
                <a:lnTo>
                  <a:pt x="93700" y="75653"/>
                </a:lnTo>
                <a:lnTo>
                  <a:pt x="5760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2036" y="1392495"/>
            <a:ext cx="393700" cy="226695"/>
          </a:xfrm>
          <a:custGeom>
            <a:avLst/>
            <a:gdLst/>
            <a:ahLst/>
            <a:cxnLst/>
            <a:rect l="l" t="t" r="r" b="b"/>
            <a:pathLst>
              <a:path w="393700" h="226694">
                <a:moveTo>
                  <a:pt x="60544" y="152361"/>
                </a:moveTo>
                <a:lnTo>
                  <a:pt x="30835" y="152361"/>
                </a:lnTo>
                <a:lnTo>
                  <a:pt x="36779" y="154127"/>
                </a:lnTo>
                <a:lnTo>
                  <a:pt x="39077" y="156311"/>
                </a:lnTo>
                <a:lnTo>
                  <a:pt x="42202" y="162915"/>
                </a:lnTo>
                <a:lnTo>
                  <a:pt x="42595" y="165150"/>
                </a:lnTo>
                <a:lnTo>
                  <a:pt x="42673" y="168046"/>
                </a:lnTo>
                <a:lnTo>
                  <a:pt x="42265" y="173723"/>
                </a:lnTo>
                <a:lnTo>
                  <a:pt x="26352" y="214439"/>
                </a:lnTo>
                <a:lnTo>
                  <a:pt x="32143" y="226707"/>
                </a:lnTo>
                <a:lnTo>
                  <a:pt x="85548" y="201485"/>
                </a:lnTo>
                <a:lnTo>
                  <a:pt x="48806" y="201485"/>
                </a:lnTo>
                <a:lnTo>
                  <a:pt x="49631" y="199910"/>
                </a:lnTo>
                <a:lnTo>
                  <a:pt x="61734" y="157568"/>
                </a:lnTo>
                <a:lnTo>
                  <a:pt x="60732" y="152793"/>
                </a:lnTo>
                <a:lnTo>
                  <a:pt x="60544" y="152361"/>
                </a:lnTo>
                <a:close/>
              </a:path>
              <a:path w="393700" h="226694">
                <a:moveTo>
                  <a:pt x="80657" y="186448"/>
                </a:moveTo>
                <a:lnTo>
                  <a:pt x="48806" y="201485"/>
                </a:lnTo>
                <a:lnTo>
                  <a:pt x="85548" y="201485"/>
                </a:lnTo>
                <a:lnTo>
                  <a:pt x="87350" y="200634"/>
                </a:lnTo>
                <a:lnTo>
                  <a:pt x="80657" y="186448"/>
                </a:lnTo>
                <a:close/>
              </a:path>
              <a:path w="393700" h="226694">
                <a:moveTo>
                  <a:pt x="127162" y="120916"/>
                </a:moveTo>
                <a:lnTo>
                  <a:pt x="97447" y="120916"/>
                </a:lnTo>
                <a:lnTo>
                  <a:pt x="103378" y="122669"/>
                </a:lnTo>
                <a:lnTo>
                  <a:pt x="105689" y="124866"/>
                </a:lnTo>
                <a:lnTo>
                  <a:pt x="108800" y="131457"/>
                </a:lnTo>
                <a:lnTo>
                  <a:pt x="109195" y="133705"/>
                </a:lnTo>
                <a:lnTo>
                  <a:pt x="109273" y="136588"/>
                </a:lnTo>
                <a:lnTo>
                  <a:pt x="108864" y="142278"/>
                </a:lnTo>
                <a:lnTo>
                  <a:pt x="92951" y="182994"/>
                </a:lnTo>
                <a:lnTo>
                  <a:pt x="98742" y="195249"/>
                </a:lnTo>
                <a:lnTo>
                  <a:pt x="152159" y="170040"/>
                </a:lnTo>
                <a:lnTo>
                  <a:pt x="115417" y="170040"/>
                </a:lnTo>
                <a:lnTo>
                  <a:pt x="116230" y="168465"/>
                </a:lnTo>
                <a:lnTo>
                  <a:pt x="128333" y="126111"/>
                </a:lnTo>
                <a:lnTo>
                  <a:pt x="127330" y="121272"/>
                </a:lnTo>
                <a:lnTo>
                  <a:pt x="127162" y="120916"/>
                </a:lnTo>
                <a:close/>
              </a:path>
              <a:path w="393700" h="226694">
                <a:moveTo>
                  <a:pt x="37350" y="132981"/>
                </a:moveTo>
                <a:lnTo>
                  <a:pt x="1638" y="151917"/>
                </a:lnTo>
                <a:lnTo>
                  <a:pt x="0" y="153924"/>
                </a:lnTo>
                <a:lnTo>
                  <a:pt x="7747" y="170332"/>
                </a:lnTo>
                <a:lnTo>
                  <a:pt x="9207" y="169633"/>
                </a:lnTo>
                <a:lnTo>
                  <a:pt x="11899" y="165150"/>
                </a:lnTo>
                <a:lnTo>
                  <a:pt x="12992" y="163677"/>
                </a:lnTo>
                <a:lnTo>
                  <a:pt x="30835" y="152361"/>
                </a:lnTo>
                <a:lnTo>
                  <a:pt x="60544" y="152361"/>
                </a:lnTo>
                <a:lnTo>
                  <a:pt x="55219" y="141084"/>
                </a:lnTo>
                <a:lnTo>
                  <a:pt x="50292" y="136588"/>
                </a:lnTo>
                <a:lnTo>
                  <a:pt x="37350" y="132981"/>
                </a:lnTo>
                <a:close/>
              </a:path>
              <a:path w="393700" h="226694">
                <a:moveTo>
                  <a:pt x="147269" y="155003"/>
                </a:moveTo>
                <a:lnTo>
                  <a:pt x="115417" y="170040"/>
                </a:lnTo>
                <a:lnTo>
                  <a:pt x="152159" y="170040"/>
                </a:lnTo>
                <a:lnTo>
                  <a:pt x="153962" y="169189"/>
                </a:lnTo>
                <a:lnTo>
                  <a:pt x="147269" y="155003"/>
                </a:lnTo>
                <a:close/>
              </a:path>
              <a:path w="393700" h="226694">
                <a:moveTo>
                  <a:pt x="103962" y="101523"/>
                </a:moveTo>
                <a:lnTo>
                  <a:pt x="68249" y="120472"/>
                </a:lnTo>
                <a:lnTo>
                  <a:pt x="66611" y="122478"/>
                </a:lnTo>
                <a:lnTo>
                  <a:pt x="74358" y="138887"/>
                </a:lnTo>
                <a:lnTo>
                  <a:pt x="75819" y="138188"/>
                </a:lnTo>
                <a:lnTo>
                  <a:pt x="78511" y="133705"/>
                </a:lnTo>
                <a:lnTo>
                  <a:pt x="79603" y="132219"/>
                </a:lnTo>
                <a:lnTo>
                  <a:pt x="97447" y="120916"/>
                </a:lnTo>
                <a:lnTo>
                  <a:pt x="127162" y="120916"/>
                </a:lnTo>
                <a:lnTo>
                  <a:pt x="121831" y="109639"/>
                </a:lnTo>
                <a:lnTo>
                  <a:pt x="116903" y="105130"/>
                </a:lnTo>
                <a:lnTo>
                  <a:pt x="103962" y="101523"/>
                </a:lnTo>
                <a:close/>
              </a:path>
              <a:path w="393700" h="226694">
                <a:moveTo>
                  <a:pt x="174942" y="63246"/>
                </a:moveTo>
                <a:lnTo>
                  <a:pt x="157276" y="71589"/>
                </a:lnTo>
                <a:lnTo>
                  <a:pt x="194360" y="150114"/>
                </a:lnTo>
                <a:lnTo>
                  <a:pt x="212026" y="141770"/>
                </a:lnTo>
                <a:lnTo>
                  <a:pt x="202107" y="120777"/>
                </a:lnTo>
                <a:lnTo>
                  <a:pt x="203098" y="115811"/>
                </a:lnTo>
                <a:lnTo>
                  <a:pt x="238708" y="115811"/>
                </a:lnTo>
                <a:lnTo>
                  <a:pt x="224625" y="107251"/>
                </a:lnTo>
                <a:lnTo>
                  <a:pt x="195719" y="107251"/>
                </a:lnTo>
                <a:lnTo>
                  <a:pt x="174942" y="63246"/>
                </a:lnTo>
                <a:close/>
              </a:path>
              <a:path w="393700" h="226694">
                <a:moveTo>
                  <a:pt x="238708" y="115811"/>
                </a:moveTo>
                <a:lnTo>
                  <a:pt x="203098" y="115811"/>
                </a:lnTo>
                <a:lnTo>
                  <a:pt x="230085" y="133235"/>
                </a:lnTo>
                <a:lnTo>
                  <a:pt x="251079" y="123329"/>
                </a:lnTo>
                <a:lnTo>
                  <a:pt x="238708" y="115811"/>
                </a:lnTo>
                <a:close/>
              </a:path>
              <a:path w="393700" h="226694">
                <a:moveTo>
                  <a:pt x="247281" y="55816"/>
                </a:moveTo>
                <a:lnTo>
                  <a:pt x="229669" y="64135"/>
                </a:lnTo>
                <a:lnTo>
                  <a:pt x="229705" y="64350"/>
                </a:lnTo>
                <a:lnTo>
                  <a:pt x="256374" y="120827"/>
                </a:lnTo>
                <a:lnTo>
                  <a:pt x="274040" y="112496"/>
                </a:lnTo>
                <a:lnTo>
                  <a:pt x="255066" y="72313"/>
                </a:lnTo>
                <a:lnTo>
                  <a:pt x="255955" y="70789"/>
                </a:lnTo>
                <a:lnTo>
                  <a:pt x="265239" y="63728"/>
                </a:lnTo>
                <a:lnTo>
                  <a:pt x="292489" y="63728"/>
                </a:lnTo>
                <a:lnTo>
                  <a:pt x="291710" y="62077"/>
                </a:lnTo>
                <a:lnTo>
                  <a:pt x="250228" y="62077"/>
                </a:lnTo>
                <a:lnTo>
                  <a:pt x="247281" y="55816"/>
                </a:lnTo>
                <a:close/>
              </a:path>
              <a:path w="393700" h="226694">
                <a:moveTo>
                  <a:pt x="222859" y="67348"/>
                </a:moveTo>
                <a:lnTo>
                  <a:pt x="202018" y="77190"/>
                </a:lnTo>
                <a:lnTo>
                  <a:pt x="195719" y="107251"/>
                </a:lnTo>
                <a:lnTo>
                  <a:pt x="224625" y="107251"/>
                </a:lnTo>
                <a:lnTo>
                  <a:pt x="214553" y="101130"/>
                </a:lnTo>
                <a:lnTo>
                  <a:pt x="222859" y="67348"/>
                </a:lnTo>
                <a:close/>
              </a:path>
              <a:path w="393700" h="226694">
                <a:moveTo>
                  <a:pt x="292489" y="63728"/>
                </a:moveTo>
                <a:lnTo>
                  <a:pt x="265239" y="63728"/>
                </a:lnTo>
                <a:lnTo>
                  <a:pt x="267881" y="63830"/>
                </a:lnTo>
                <a:lnTo>
                  <a:pt x="269074" y="64350"/>
                </a:lnTo>
                <a:lnTo>
                  <a:pt x="290182" y="104863"/>
                </a:lnTo>
                <a:lnTo>
                  <a:pt x="307949" y="96481"/>
                </a:lnTo>
                <a:lnTo>
                  <a:pt x="292489" y="63728"/>
                </a:lnTo>
                <a:close/>
              </a:path>
              <a:path w="393700" h="226694">
                <a:moveTo>
                  <a:pt x="326392" y="47688"/>
                </a:moveTo>
                <a:lnTo>
                  <a:pt x="299199" y="47688"/>
                </a:lnTo>
                <a:lnTo>
                  <a:pt x="301840" y="47790"/>
                </a:lnTo>
                <a:lnTo>
                  <a:pt x="303047" y="48310"/>
                </a:lnTo>
                <a:lnTo>
                  <a:pt x="324104" y="88849"/>
                </a:lnTo>
                <a:lnTo>
                  <a:pt x="341871" y="80467"/>
                </a:lnTo>
                <a:lnTo>
                  <a:pt x="326392" y="47688"/>
                </a:lnTo>
                <a:close/>
              </a:path>
              <a:path w="393700" h="226694">
                <a:moveTo>
                  <a:pt x="344360" y="57378"/>
                </a:moveTo>
                <a:lnTo>
                  <a:pt x="342914" y="58064"/>
                </a:lnTo>
                <a:lnTo>
                  <a:pt x="342959" y="58229"/>
                </a:lnTo>
                <a:lnTo>
                  <a:pt x="349948" y="73012"/>
                </a:lnTo>
                <a:lnTo>
                  <a:pt x="352945" y="73075"/>
                </a:lnTo>
                <a:lnTo>
                  <a:pt x="356514" y="72682"/>
                </a:lnTo>
                <a:lnTo>
                  <a:pt x="386633" y="58432"/>
                </a:lnTo>
                <a:lnTo>
                  <a:pt x="355879" y="58432"/>
                </a:lnTo>
                <a:lnTo>
                  <a:pt x="349681" y="58407"/>
                </a:lnTo>
                <a:lnTo>
                  <a:pt x="346786" y="57873"/>
                </a:lnTo>
                <a:lnTo>
                  <a:pt x="344360" y="57378"/>
                </a:lnTo>
                <a:close/>
              </a:path>
              <a:path w="393700" h="226694">
                <a:moveTo>
                  <a:pt x="270243" y="44069"/>
                </a:moveTo>
                <a:lnTo>
                  <a:pt x="250228" y="62077"/>
                </a:lnTo>
                <a:lnTo>
                  <a:pt x="291710" y="62077"/>
                </a:lnTo>
                <a:lnTo>
                  <a:pt x="288988" y="56311"/>
                </a:lnTo>
                <a:lnTo>
                  <a:pt x="290017" y="54495"/>
                </a:lnTo>
                <a:lnTo>
                  <a:pt x="291058" y="52997"/>
                </a:lnTo>
                <a:lnTo>
                  <a:pt x="293128" y="50571"/>
                </a:lnTo>
                <a:lnTo>
                  <a:pt x="294322" y="49657"/>
                </a:lnTo>
                <a:lnTo>
                  <a:pt x="295686" y="49009"/>
                </a:lnTo>
                <a:lnTo>
                  <a:pt x="283133" y="49009"/>
                </a:lnTo>
                <a:lnTo>
                  <a:pt x="280212" y="46393"/>
                </a:lnTo>
                <a:lnTo>
                  <a:pt x="277050" y="44881"/>
                </a:lnTo>
                <a:lnTo>
                  <a:pt x="270243" y="44069"/>
                </a:lnTo>
                <a:close/>
              </a:path>
              <a:path w="393700" h="226694">
                <a:moveTo>
                  <a:pt x="393272" y="43535"/>
                </a:moveTo>
                <a:lnTo>
                  <a:pt x="370763" y="43535"/>
                </a:lnTo>
                <a:lnTo>
                  <a:pt x="373153" y="44069"/>
                </a:lnTo>
                <a:lnTo>
                  <a:pt x="374053" y="44843"/>
                </a:lnTo>
                <a:lnTo>
                  <a:pt x="375331" y="47561"/>
                </a:lnTo>
                <a:lnTo>
                  <a:pt x="375359" y="48310"/>
                </a:lnTo>
                <a:lnTo>
                  <a:pt x="375094" y="49517"/>
                </a:lnTo>
                <a:lnTo>
                  <a:pt x="355879" y="58432"/>
                </a:lnTo>
                <a:lnTo>
                  <a:pt x="386633" y="58432"/>
                </a:lnTo>
                <a:lnTo>
                  <a:pt x="387045" y="58064"/>
                </a:lnTo>
                <a:lnTo>
                  <a:pt x="389255" y="55333"/>
                </a:lnTo>
                <a:lnTo>
                  <a:pt x="390829" y="52412"/>
                </a:lnTo>
                <a:lnTo>
                  <a:pt x="392348" y="49657"/>
                </a:lnTo>
                <a:lnTo>
                  <a:pt x="393078" y="47091"/>
                </a:lnTo>
                <a:lnTo>
                  <a:pt x="393176" y="46189"/>
                </a:lnTo>
                <a:lnTo>
                  <a:pt x="393272" y="43535"/>
                </a:lnTo>
                <a:close/>
              </a:path>
              <a:path w="393700" h="226694">
                <a:moveTo>
                  <a:pt x="307403" y="28079"/>
                </a:moveTo>
                <a:lnTo>
                  <a:pt x="283133" y="49009"/>
                </a:lnTo>
                <a:lnTo>
                  <a:pt x="295686" y="49009"/>
                </a:lnTo>
                <a:lnTo>
                  <a:pt x="297586" y="48107"/>
                </a:lnTo>
                <a:lnTo>
                  <a:pt x="299199" y="47688"/>
                </a:lnTo>
                <a:lnTo>
                  <a:pt x="326392" y="47688"/>
                </a:lnTo>
                <a:lnTo>
                  <a:pt x="322541" y="39535"/>
                </a:lnTo>
                <a:lnTo>
                  <a:pt x="320598" y="36449"/>
                </a:lnTo>
                <a:lnTo>
                  <a:pt x="316649" y="32181"/>
                </a:lnTo>
                <a:lnTo>
                  <a:pt x="314452" y="30581"/>
                </a:lnTo>
                <a:lnTo>
                  <a:pt x="312000" y="29514"/>
                </a:lnTo>
                <a:lnTo>
                  <a:pt x="309765" y="28511"/>
                </a:lnTo>
                <a:lnTo>
                  <a:pt x="307403" y="28079"/>
                </a:lnTo>
                <a:close/>
              </a:path>
              <a:path w="393700" h="226694">
                <a:moveTo>
                  <a:pt x="369023" y="0"/>
                </a:moveTo>
                <a:lnTo>
                  <a:pt x="332181" y="22796"/>
                </a:lnTo>
                <a:lnTo>
                  <a:pt x="331336" y="31762"/>
                </a:lnTo>
                <a:lnTo>
                  <a:pt x="331762" y="33832"/>
                </a:lnTo>
                <a:lnTo>
                  <a:pt x="335026" y="40754"/>
                </a:lnTo>
                <a:lnTo>
                  <a:pt x="337832" y="43789"/>
                </a:lnTo>
                <a:lnTo>
                  <a:pt x="344855" y="47091"/>
                </a:lnTo>
                <a:lnTo>
                  <a:pt x="349161" y="47561"/>
                </a:lnTo>
                <a:lnTo>
                  <a:pt x="356069" y="46596"/>
                </a:lnTo>
                <a:lnTo>
                  <a:pt x="358101" y="46189"/>
                </a:lnTo>
                <a:lnTo>
                  <a:pt x="362572" y="45021"/>
                </a:lnTo>
                <a:lnTo>
                  <a:pt x="364439" y="44589"/>
                </a:lnTo>
                <a:lnTo>
                  <a:pt x="368757" y="43700"/>
                </a:lnTo>
                <a:lnTo>
                  <a:pt x="370763" y="43535"/>
                </a:lnTo>
                <a:lnTo>
                  <a:pt x="393272" y="43535"/>
                </a:lnTo>
                <a:lnTo>
                  <a:pt x="393261" y="40297"/>
                </a:lnTo>
                <a:lnTo>
                  <a:pt x="392798" y="38011"/>
                </a:lnTo>
                <a:lnTo>
                  <a:pt x="389547" y="31140"/>
                </a:lnTo>
                <a:lnTo>
                  <a:pt x="387384" y="28790"/>
                </a:lnTo>
                <a:lnTo>
                  <a:pt x="354025" y="28790"/>
                </a:lnTo>
                <a:lnTo>
                  <a:pt x="351574" y="28130"/>
                </a:lnTo>
                <a:lnTo>
                  <a:pt x="350659" y="27330"/>
                </a:lnTo>
                <a:lnTo>
                  <a:pt x="349377" y="24599"/>
                </a:lnTo>
                <a:lnTo>
                  <a:pt x="349707" y="23025"/>
                </a:lnTo>
                <a:lnTo>
                  <a:pt x="366826" y="14287"/>
                </a:lnTo>
                <a:lnTo>
                  <a:pt x="378563" y="14287"/>
                </a:lnTo>
                <a:lnTo>
                  <a:pt x="371843" y="25"/>
                </a:lnTo>
                <a:lnTo>
                  <a:pt x="369023" y="0"/>
                </a:lnTo>
                <a:close/>
              </a:path>
              <a:path w="393700" h="226694">
                <a:moveTo>
                  <a:pt x="376313" y="24701"/>
                </a:moveTo>
                <a:lnTo>
                  <a:pt x="369519" y="25565"/>
                </a:lnTo>
                <a:lnTo>
                  <a:pt x="367398" y="25984"/>
                </a:lnTo>
                <a:lnTo>
                  <a:pt x="363131" y="27127"/>
                </a:lnTo>
                <a:lnTo>
                  <a:pt x="361213" y="27597"/>
                </a:lnTo>
                <a:lnTo>
                  <a:pt x="356260" y="28613"/>
                </a:lnTo>
                <a:lnTo>
                  <a:pt x="354025" y="28790"/>
                </a:lnTo>
                <a:lnTo>
                  <a:pt x="387384" y="28790"/>
                </a:lnTo>
                <a:lnTo>
                  <a:pt x="386905" y="28270"/>
                </a:lnTo>
                <a:lnTo>
                  <a:pt x="380301" y="25171"/>
                </a:lnTo>
                <a:lnTo>
                  <a:pt x="376313" y="24701"/>
                </a:lnTo>
                <a:close/>
              </a:path>
              <a:path w="393700" h="226694">
                <a:moveTo>
                  <a:pt x="378563" y="14287"/>
                </a:moveTo>
                <a:lnTo>
                  <a:pt x="366826" y="14287"/>
                </a:lnTo>
                <a:lnTo>
                  <a:pt x="371741" y="14325"/>
                </a:lnTo>
                <a:lnTo>
                  <a:pt x="375107" y="14668"/>
                </a:lnTo>
                <a:lnTo>
                  <a:pt x="376364" y="14846"/>
                </a:lnTo>
                <a:lnTo>
                  <a:pt x="377190" y="15024"/>
                </a:lnTo>
                <a:lnTo>
                  <a:pt x="378599" y="14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2778" y="1854309"/>
            <a:ext cx="2317750" cy="2595245"/>
          </a:xfrm>
          <a:custGeom>
            <a:avLst/>
            <a:gdLst/>
            <a:ahLst/>
            <a:cxnLst/>
            <a:rect l="l" t="t" r="r" b="b"/>
            <a:pathLst>
              <a:path w="2317750" h="2595245">
                <a:moveTo>
                  <a:pt x="0" y="0"/>
                </a:moveTo>
                <a:lnTo>
                  <a:pt x="2317216" y="259481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2752" y="1854374"/>
            <a:ext cx="2668905" cy="2200275"/>
          </a:xfrm>
          <a:custGeom>
            <a:avLst/>
            <a:gdLst/>
            <a:ahLst/>
            <a:cxnLst/>
            <a:rect l="l" t="t" r="r" b="b"/>
            <a:pathLst>
              <a:path w="2668904" h="2200275">
                <a:moveTo>
                  <a:pt x="0" y="0"/>
                </a:moveTo>
                <a:lnTo>
                  <a:pt x="2668473" y="21996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9534" y="4052763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292233" y="0"/>
                </a:moveTo>
                <a:lnTo>
                  <a:pt x="246840" y="4838"/>
                </a:lnTo>
                <a:lnTo>
                  <a:pt x="202422" y="16609"/>
                </a:lnTo>
                <a:lnTo>
                  <a:pt x="159842" y="35287"/>
                </a:lnTo>
                <a:lnTo>
                  <a:pt x="119965" y="60846"/>
                </a:lnTo>
                <a:lnTo>
                  <a:pt x="83656" y="93260"/>
                </a:lnTo>
                <a:lnTo>
                  <a:pt x="52929" y="131007"/>
                </a:lnTo>
                <a:lnTo>
                  <a:pt x="29214" y="172006"/>
                </a:lnTo>
                <a:lnTo>
                  <a:pt x="12497" y="215391"/>
                </a:lnTo>
                <a:lnTo>
                  <a:pt x="2763" y="260299"/>
                </a:lnTo>
                <a:lnTo>
                  <a:pt x="0" y="305863"/>
                </a:lnTo>
                <a:lnTo>
                  <a:pt x="1227" y="328622"/>
                </a:lnTo>
                <a:lnTo>
                  <a:pt x="8894" y="373550"/>
                </a:lnTo>
                <a:lnTo>
                  <a:pt x="23497" y="416974"/>
                </a:lnTo>
                <a:lnTo>
                  <a:pt x="45022" y="458028"/>
                </a:lnTo>
                <a:lnTo>
                  <a:pt x="73456" y="495848"/>
                </a:lnTo>
                <a:lnTo>
                  <a:pt x="108434" y="529268"/>
                </a:lnTo>
                <a:lnTo>
                  <a:pt x="147509" y="555950"/>
                </a:lnTo>
                <a:lnTo>
                  <a:pt x="189500" y="575583"/>
                </a:lnTo>
                <a:lnTo>
                  <a:pt x="233543" y="588192"/>
                </a:lnTo>
                <a:lnTo>
                  <a:pt x="278774" y="593803"/>
                </a:lnTo>
                <a:lnTo>
                  <a:pt x="301564" y="593993"/>
                </a:lnTo>
                <a:lnTo>
                  <a:pt x="324327" y="592442"/>
                </a:lnTo>
                <a:lnTo>
                  <a:pt x="369339" y="584135"/>
                </a:lnTo>
                <a:lnTo>
                  <a:pt x="412945" y="568907"/>
                </a:lnTo>
                <a:lnTo>
                  <a:pt x="454280" y="546784"/>
                </a:lnTo>
                <a:lnTo>
                  <a:pt x="492480" y="517791"/>
                </a:lnTo>
                <a:lnTo>
                  <a:pt x="526377" y="482314"/>
                </a:lnTo>
                <a:lnTo>
                  <a:pt x="553599" y="442833"/>
                </a:lnTo>
                <a:lnTo>
                  <a:pt x="573816" y="400533"/>
                </a:lnTo>
                <a:lnTo>
                  <a:pt x="587042" y="356279"/>
                </a:lnTo>
                <a:lnTo>
                  <a:pt x="593291" y="310935"/>
                </a:lnTo>
                <a:lnTo>
                  <a:pt x="593802" y="288124"/>
                </a:lnTo>
                <a:lnTo>
                  <a:pt x="592575" y="265366"/>
                </a:lnTo>
                <a:lnTo>
                  <a:pt x="584909" y="220437"/>
                </a:lnTo>
                <a:lnTo>
                  <a:pt x="570306" y="177013"/>
                </a:lnTo>
                <a:lnTo>
                  <a:pt x="548781" y="135959"/>
                </a:lnTo>
                <a:lnTo>
                  <a:pt x="520347" y="98139"/>
                </a:lnTo>
                <a:lnTo>
                  <a:pt x="485370" y="64720"/>
                </a:lnTo>
                <a:lnTo>
                  <a:pt x="446294" y="38038"/>
                </a:lnTo>
                <a:lnTo>
                  <a:pt x="404301" y="18406"/>
                </a:lnTo>
                <a:lnTo>
                  <a:pt x="360257" y="5798"/>
                </a:lnTo>
                <a:lnTo>
                  <a:pt x="315024" y="188"/>
                </a:lnTo>
                <a:lnTo>
                  <a:pt x="292233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89534" y="4052769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90260" y="513270"/>
                </a:moveTo>
                <a:lnTo>
                  <a:pt x="58376" y="477392"/>
                </a:lnTo>
                <a:lnTo>
                  <a:pt x="33395" y="437847"/>
                </a:lnTo>
                <a:lnTo>
                  <a:pt x="15329" y="395500"/>
                </a:lnTo>
                <a:lnTo>
                  <a:pt x="4193" y="351215"/>
                </a:lnTo>
                <a:lnTo>
                  <a:pt x="0" y="305858"/>
                </a:lnTo>
                <a:lnTo>
                  <a:pt x="511" y="283048"/>
                </a:lnTo>
                <a:lnTo>
                  <a:pt x="6758" y="237704"/>
                </a:lnTo>
                <a:lnTo>
                  <a:pt x="19982" y="193450"/>
                </a:lnTo>
                <a:lnTo>
                  <a:pt x="40196" y="151150"/>
                </a:lnTo>
                <a:lnTo>
                  <a:pt x="67415" y="111669"/>
                </a:lnTo>
                <a:lnTo>
                  <a:pt x="101310" y="76193"/>
                </a:lnTo>
                <a:lnTo>
                  <a:pt x="139511" y="47204"/>
                </a:lnTo>
                <a:lnTo>
                  <a:pt x="180848" y="25083"/>
                </a:lnTo>
                <a:lnTo>
                  <a:pt x="224455" y="9857"/>
                </a:lnTo>
                <a:lnTo>
                  <a:pt x="269469" y="1550"/>
                </a:lnTo>
                <a:lnTo>
                  <a:pt x="292233" y="0"/>
                </a:lnTo>
                <a:lnTo>
                  <a:pt x="315024" y="189"/>
                </a:lnTo>
                <a:lnTo>
                  <a:pt x="360257" y="5799"/>
                </a:lnTo>
                <a:lnTo>
                  <a:pt x="404301" y="18407"/>
                </a:lnTo>
                <a:lnTo>
                  <a:pt x="446294" y="38038"/>
                </a:lnTo>
                <a:lnTo>
                  <a:pt x="485370" y="64717"/>
                </a:lnTo>
                <a:lnTo>
                  <a:pt x="520347" y="98135"/>
                </a:lnTo>
                <a:lnTo>
                  <a:pt x="548781" y="135955"/>
                </a:lnTo>
                <a:lnTo>
                  <a:pt x="570306" y="177009"/>
                </a:lnTo>
                <a:lnTo>
                  <a:pt x="584909" y="220433"/>
                </a:lnTo>
                <a:lnTo>
                  <a:pt x="592575" y="265361"/>
                </a:lnTo>
                <a:lnTo>
                  <a:pt x="593802" y="288120"/>
                </a:lnTo>
                <a:lnTo>
                  <a:pt x="593291" y="310930"/>
                </a:lnTo>
                <a:lnTo>
                  <a:pt x="587042" y="356274"/>
                </a:lnTo>
                <a:lnTo>
                  <a:pt x="573816" y="400528"/>
                </a:lnTo>
                <a:lnTo>
                  <a:pt x="553599" y="442828"/>
                </a:lnTo>
                <a:lnTo>
                  <a:pt x="526377" y="482309"/>
                </a:lnTo>
                <a:lnTo>
                  <a:pt x="492480" y="517786"/>
                </a:lnTo>
                <a:lnTo>
                  <a:pt x="454280" y="546779"/>
                </a:lnTo>
                <a:lnTo>
                  <a:pt x="412945" y="568902"/>
                </a:lnTo>
                <a:lnTo>
                  <a:pt x="369339" y="584130"/>
                </a:lnTo>
                <a:lnTo>
                  <a:pt x="324327" y="592438"/>
                </a:lnTo>
                <a:lnTo>
                  <a:pt x="301564" y="593988"/>
                </a:lnTo>
                <a:lnTo>
                  <a:pt x="278774" y="593799"/>
                </a:lnTo>
                <a:lnTo>
                  <a:pt x="233543" y="588187"/>
                </a:lnTo>
                <a:lnTo>
                  <a:pt x="189500" y="575578"/>
                </a:lnTo>
                <a:lnTo>
                  <a:pt x="147509" y="555945"/>
                </a:lnTo>
                <a:lnTo>
                  <a:pt x="108434" y="529263"/>
                </a:lnTo>
                <a:lnTo>
                  <a:pt x="90260" y="51327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5776" y="1681111"/>
            <a:ext cx="41275" cy="42545"/>
          </a:xfrm>
          <a:custGeom>
            <a:avLst/>
            <a:gdLst/>
            <a:ahLst/>
            <a:cxnLst/>
            <a:rect l="l" t="t" r="r" b="b"/>
            <a:pathLst>
              <a:path w="41275" h="42544">
                <a:moveTo>
                  <a:pt x="22445" y="0"/>
                </a:moveTo>
                <a:lnTo>
                  <a:pt x="10684" y="2711"/>
                </a:lnTo>
                <a:lnTo>
                  <a:pt x="9804" y="3227"/>
                </a:lnTo>
                <a:lnTo>
                  <a:pt x="2258" y="11346"/>
                </a:lnTo>
                <a:lnTo>
                  <a:pt x="0" y="22498"/>
                </a:lnTo>
                <a:lnTo>
                  <a:pt x="3995" y="35161"/>
                </a:lnTo>
                <a:lnTo>
                  <a:pt x="12275" y="41377"/>
                </a:lnTo>
                <a:lnTo>
                  <a:pt x="23475" y="42455"/>
                </a:lnTo>
                <a:lnTo>
                  <a:pt x="36688" y="37303"/>
                </a:lnTo>
                <a:lnTo>
                  <a:pt x="41144" y="28864"/>
                </a:lnTo>
                <a:lnTo>
                  <a:pt x="40516" y="17567"/>
                </a:lnTo>
                <a:lnTo>
                  <a:pt x="33573" y="3758"/>
                </a:lnTo>
                <a:lnTo>
                  <a:pt x="2244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75775" y="1681111"/>
            <a:ext cx="41275" cy="42545"/>
          </a:xfrm>
          <a:custGeom>
            <a:avLst/>
            <a:gdLst/>
            <a:ahLst/>
            <a:cxnLst/>
            <a:rect l="l" t="t" r="r" b="b"/>
            <a:pathLst>
              <a:path w="41275" h="42544">
                <a:moveTo>
                  <a:pt x="10684" y="2711"/>
                </a:moveTo>
                <a:lnTo>
                  <a:pt x="22445" y="0"/>
                </a:lnTo>
                <a:lnTo>
                  <a:pt x="33573" y="3758"/>
                </a:lnTo>
                <a:lnTo>
                  <a:pt x="40516" y="17567"/>
                </a:lnTo>
                <a:lnTo>
                  <a:pt x="41144" y="28864"/>
                </a:lnTo>
                <a:lnTo>
                  <a:pt x="36688" y="37303"/>
                </a:lnTo>
                <a:lnTo>
                  <a:pt x="23475" y="42455"/>
                </a:lnTo>
                <a:lnTo>
                  <a:pt x="12275" y="41377"/>
                </a:lnTo>
                <a:lnTo>
                  <a:pt x="3995" y="35161"/>
                </a:lnTo>
                <a:lnTo>
                  <a:pt x="0" y="22498"/>
                </a:lnTo>
                <a:lnTo>
                  <a:pt x="2258" y="11346"/>
                </a:lnTo>
                <a:lnTo>
                  <a:pt x="9804" y="3227"/>
                </a:lnTo>
                <a:lnTo>
                  <a:pt x="10684" y="271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43400" y="3807460"/>
            <a:ext cx="88900" cy="58419"/>
          </a:xfrm>
          <a:custGeom>
            <a:avLst/>
            <a:gdLst/>
            <a:ahLst/>
            <a:cxnLst/>
            <a:rect l="l" t="t" r="r" b="b"/>
            <a:pathLst>
              <a:path w="88900" h="58420">
                <a:moveTo>
                  <a:pt x="0" y="0"/>
                </a:moveTo>
                <a:lnTo>
                  <a:pt x="88900" y="0"/>
                </a:lnTo>
                <a:lnTo>
                  <a:pt x="88900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43400" y="3807460"/>
            <a:ext cx="88900" cy="58419"/>
          </a:xfrm>
          <a:custGeom>
            <a:avLst/>
            <a:gdLst/>
            <a:ahLst/>
            <a:cxnLst/>
            <a:rect l="l" t="t" r="r" b="b"/>
            <a:pathLst>
              <a:path w="88900" h="58420">
                <a:moveTo>
                  <a:pt x="0" y="0"/>
                </a:moveTo>
                <a:lnTo>
                  <a:pt x="88900" y="0"/>
                </a:lnTo>
                <a:lnTo>
                  <a:pt x="88900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26559" y="3238500"/>
            <a:ext cx="388620" cy="210820"/>
          </a:xfrm>
          <a:custGeom>
            <a:avLst/>
            <a:gdLst/>
            <a:ahLst/>
            <a:cxnLst/>
            <a:rect l="l" t="t" r="r" b="b"/>
            <a:pathLst>
              <a:path w="388620" h="210820">
                <a:moveTo>
                  <a:pt x="0" y="0"/>
                </a:moveTo>
                <a:lnTo>
                  <a:pt x="388620" y="0"/>
                </a:lnTo>
                <a:lnTo>
                  <a:pt x="388620" y="210820"/>
                </a:lnTo>
                <a:lnTo>
                  <a:pt x="0" y="21082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26559" y="3238500"/>
            <a:ext cx="388620" cy="210820"/>
          </a:xfrm>
          <a:custGeom>
            <a:avLst/>
            <a:gdLst/>
            <a:ahLst/>
            <a:cxnLst/>
            <a:rect l="l" t="t" r="r" b="b"/>
            <a:pathLst>
              <a:path w="388620" h="210820">
                <a:moveTo>
                  <a:pt x="0" y="0"/>
                </a:moveTo>
                <a:lnTo>
                  <a:pt x="388620" y="0"/>
                </a:lnTo>
                <a:lnTo>
                  <a:pt x="388620" y="210820"/>
                </a:lnTo>
                <a:lnTo>
                  <a:pt x="0" y="210820"/>
                </a:lnTo>
                <a:lnTo>
                  <a:pt x="0" y="0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7461" y="3460036"/>
            <a:ext cx="57785" cy="333375"/>
          </a:xfrm>
          <a:custGeom>
            <a:avLst/>
            <a:gdLst/>
            <a:ahLst/>
            <a:cxnLst/>
            <a:rect l="l" t="t" r="r" b="b"/>
            <a:pathLst>
              <a:path w="57785" h="333375">
                <a:moveTo>
                  <a:pt x="54571" y="0"/>
                </a:moveTo>
                <a:lnTo>
                  <a:pt x="57607" y="271462"/>
                </a:lnTo>
                <a:lnTo>
                  <a:pt x="0" y="332816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7451" y="3706881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84569" y="60845"/>
                </a:moveTo>
                <a:lnTo>
                  <a:pt x="0" y="85966"/>
                </a:lnTo>
                <a:lnTo>
                  <a:pt x="19761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17005" y="3284505"/>
            <a:ext cx="209550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635" algn="ctr">
              <a:lnSpc>
                <a:spcPct val="103699"/>
              </a:lnSpc>
            </a:pPr>
            <a:r>
              <a:rPr sz="450" i="1" spc="-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450" i="1" dirty="0">
                <a:solidFill>
                  <a:srgbClr val="0000FF"/>
                </a:solidFill>
                <a:latin typeface="Calibri"/>
                <a:cs typeface="Calibri"/>
              </a:rPr>
              <a:t>asa par</a:t>
            </a:r>
            <a:r>
              <a:rPr sz="450" i="1" spc="5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450" i="1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450" i="1" spc="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450" i="1" dirty="0">
                <a:solidFill>
                  <a:srgbClr val="0000FF"/>
                </a:solidFill>
                <a:latin typeface="Calibri"/>
                <a:cs typeface="Calibri"/>
              </a:rPr>
              <a:t>ul ar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66519" y="1717040"/>
            <a:ext cx="50800" cy="53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6519" y="1717040"/>
            <a:ext cx="50799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61439" y="1711960"/>
            <a:ext cx="60960" cy="63500"/>
          </a:xfrm>
          <a:custGeom>
            <a:avLst/>
            <a:gdLst/>
            <a:ahLst/>
            <a:cxnLst/>
            <a:rect l="l" t="t" r="r" b="b"/>
            <a:pathLst>
              <a:path w="60959" h="63500">
                <a:moveTo>
                  <a:pt x="0" y="0"/>
                </a:moveTo>
                <a:lnTo>
                  <a:pt x="60959" y="0"/>
                </a:lnTo>
                <a:lnTo>
                  <a:pt x="60959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88230" y="403429"/>
            <a:ext cx="291528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du</a:t>
            </a:r>
            <a:r>
              <a:rPr sz="1600" b="1" spc="-5" dirty="0">
                <a:latin typeface="Arial"/>
                <a:cs typeface="Arial"/>
              </a:rPr>
              <a:t> l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9055" y="409800"/>
            <a:ext cx="21310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f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rm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ons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161" y="1528936"/>
            <a:ext cx="4320540" cy="436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Arial"/>
              <a:buChar char="•"/>
              <a:tabLst>
                <a:tab pos="121920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vacc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21285" indent="-108585">
              <a:lnSpc>
                <a:spcPct val="100000"/>
              </a:lnSpc>
              <a:buFont typeface="Arial"/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La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angue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f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spc="-1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espagnol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21920" algn="l"/>
              </a:tabLst>
            </a:pP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éca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age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-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12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h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P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6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h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 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5" dirty="0">
                <a:latin typeface="Arial"/>
                <a:cs typeface="Arial"/>
              </a:rPr>
              <a:t>v</a:t>
            </a:r>
            <a:r>
              <a:rPr sz="1400" i="1" dirty="0">
                <a:latin typeface="Arial"/>
                <a:cs typeface="Arial"/>
              </a:rPr>
              <a:t>ane)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540385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L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eau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est bonne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eau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 bou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5" dirty="0">
                <a:latin typeface="Arial"/>
                <a:cs typeface="Arial"/>
              </a:rPr>
              <a:t>ill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buFont typeface="Arial"/>
              <a:buChar char="•"/>
              <a:tabLst>
                <a:tab pos="119380" algn="l"/>
              </a:tabLst>
            </a:pP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di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ense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302895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19380" algn="l"/>
              </a:tabLst>
            </a:pP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sauf 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so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uba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-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ock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il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- </a:t>
            </a:r>
            <a:r>
              <a:rPr sz="1400" i="1" spc="5" dirty="0">
                <a:latin typeface="Arial"/>
                <a:cs typeface="Arial"/>
              </a:rPr>
              <a:t>S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6859" y="409800"/>
            <a:ext cx="6724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6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455" y="1431663"/>
            <a:ext cx="3655695" cy="167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onna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esos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CUP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€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134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pesos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ff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118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€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482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pesos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ff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eux)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820"/>
              </a:spcBef>
            </a:pP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u="heavy" spc="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heavy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ou</a:t>
            </a: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r</a:t>
            </a:r>
            <a:r>
              <a:rPr sz="1400" u="heavy" spc="-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c</a:t>
            </a:r>
            <a:r>
              <a:rPr sz="1400" u="heavy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oque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377" y="4350098"/>
            <a:ext cx="4172585" cy="182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920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Di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bu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ques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CUP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Wingdings"/>
                <a:cs typeface="Wingdings"/>
              </a:rPr>
              <a:t></a:t>
            </a:r>
            <a:endParaRPr sz="1400">
              <a:latin typeface="Wingdings"/>
              <a:cs typeface="Wingdings"/>
            </a:endParaRPr>
          </a:p>
          <a:p>
            <a:pPr marL="756920">
              <a:lnSpc>
                <a:spcPct val="100000"/>
              </a:lnSpc>
              <a:spcBef>
                <a:spcPts val="1180"/>
              </a:spcBef>
            </a:pPr>
            <a:r>
              <a:rPr sz="1400" i="1" dirty="0">
                <a:latin typeface="Arial"/>
                <a:cs typeface="Arial"/>
              </a:rPr>
              <a:t>co</a:t>
            </a:r>
            <a:r>
              <a:rPr sz="1400" i="1" spc="-30" dirty="0">
                <a:latin typeface="Arial"/>
                <a:cs typeface="Arial"/>
              </a:rPr>
              <a:t>mm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b="1" i="1" dirty="0">
                <a:latin typeface="Arial"/>
                <a:cs typeface="Arial"/>
              </a:rPr>
              <a:t>3</a:t>
            </a:r>
            <a:r>
              <a:rPr sz="1400" b="1" i="1" spc="-10" dirty="0">
                <a:latin typeface="Arial"/>
                <a:cs typeface="Arial"/>
              </a:rPr>
              <a:t> </a:t>
            </a:r>
            <a:r>
              <a:rPr sz="1400" b="1" i="1" dirty="0">
                <a:latin typeface="Arial"/>
                <a:cs typeface="Arial"/>
              </a:rPr>
              <a:t>%</a:t>
            </a:r>
            <a:r>
              <a:rPr sz="1400" b="1" i="1" spc="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sur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ant</a:t>
            </a:r>
            <a:r>
              <a:rPr sz="1400" i="1" spc="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$</a:t>
            </a:r>
            <a:r>
              <a:rPr sz="1400" i="1" spc="5" dirty="0">
                <a:latin typeface="Arial"/>
                <a:cs typeface="Arial"/>
              </a:rPr>
              <a:t>U</a:t>
            </a:r>
            <a:r>
              <a:rPr sz="1400" i="1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banca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U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 marL="355600" marR="5080" indent="-342900">
              <a:lnSpc>
                <a:spcPct val="200000"/>
              </a:lnSpc>
              <a:buFont typeface="Arial"/>
              <a:buChar char="•"/>
              <a:tabLst>
                <a:tab pos="356235" algn="l"/>
              </a:tabLst>
            </a:pPr>
            <a:r>
              <a:rPr sz="1400" u="sng" spc="5" dirty="0">
                <a:latin typeface="Arial"/>
                <a:cs typeface="Arial"/>
              </a:rPr>
              <a:t>C</a:t>
            </a:r>
            <a:r>
              <a:rPr sz="1400" u="sng" dirty="0">
                <a:latin typeface="Arial"/>
                <a:cs typeface="Arial"/>
              </a:rPr>
              <a:t>onse</a:t>
            </a:r>
            <a:r>
              <a:rPr sz="1400" u="sng" spc="5" dirty="0">
                <a:latin typeface="Arial"/>
                <a:cs typeface="Arial"/>
              </a:rPr>
              <a:t>i</a:t>
            </a:r>
            <a:r>
              <a:rPr sz="1400" u="sng" dirty="0">
                <a:latin typeface="Arial"/>
                <a:cs typeface="Arial"/>
              </a:rPr>
              <a:t>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aé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ni dans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si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vous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conna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ssez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pas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«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changeur</a:t>
            </a:r>
            <a:r>
              <a:rPr sz="14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»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5544" y="2737434"/>
            <a:ext cx="1601570" cy="13563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7262" y="2729137"/>
            <a:ext cx="1618615" cy="1373505"/>
          </a:xfrm>
          <a:custGeom>
            <a:avLst/>
            <a:gdLst/>
            <a:ahLst/>
            <a:cxnLst/>
            <a:rect l="l" t="t" r="r" b="b"/>
            <a:pathLst>
              <a:path w="1618614" h="1373504">
                <a:moveTo>
                  <a:pt x="0" y="519316"/>
                </a:moveTo>
                <a:lnTo>
                  <a:pt x="1268761" y="0"/>
                </a:lnTo>
                <a:lnTo>
                  <a:pt x="1618150" y="853603"/>
                </a:lnTo>
                <a:lnTo>
                  <a:pt x="349388" y="1372920"/>
                </a:lnTo>
                <a:lnTo>
                  <a:pt x="0" y="519316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9737" y="409800"/>
            <a:ext cx="13112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/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555" y="1306583"/>
            <a:ext cx="3971290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évo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bonnes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chaussu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15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ill</a:t>
            </a:r>
            <a:r>
              <a:rPr sz="1400" i="1" dirty="0">
                <a:latin typeface="Arial"/>
                <a:cs typeface="Arial"/>
              </a:rPr>
              <a:t>e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avane,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ba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ade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dad,</a:t>
            </a:r>
            <a:r>
              <a:rPr sz="1400" i="1" spc="-6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...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13335" indent="482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no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doub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 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)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 </a:t>
            </a:r>
            <a:r>
              <a:rPr sz="1400" i="1" spc="-100" dirty="0">
                <a:latin typeface="Arial"/>
                <a:cs typeface="Arial"/>
              </a:rPr>
              <a:t>1</a:t>
            </a:r>
            <a:r>
              <a:rPr sz="1400" i="1" dirty="0">
                <a:latin typeface="Arial"/>
                <a:cs typeface="Arial"/>
              </a:rPr>
              <a:t>10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V</a:t>
            </a:r>
            <a:r>
              <a:rPr sz="1400" i="1" spc="-10" dirty="0">
                <a:latin typeface="Arial"/>
                <a:cs typeface="Arial"/>
              </a:rPr>
              <a:t>/</a:t>
            </a:r>
            <a:r>
              <a:rPr sz="1400" i="1" dirty="0">
                <a:latin typeface="Arial"/>
                <a:cs typeface="Arial"/>
              </a:rPr>
              <a:t>220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95" dirty="0">
                <a:latin typeface="Arial"/>
                <a:cs typeface="Arial"/>
              </a:rPr>
              <a:t>V</a:t>
            </a:r>
            <a:r>
              <a:rPr sz="1400" i="1" dirty="0">
                <a:latin typeface="Arial"/>
                <a:cs typeface="Arial"/>
              </a:rPr>
              <a:t>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ses 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no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CE,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57" y="3866902"/>
            <a:ext cx="3900804" cy="280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enue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</a:t>
            </a:r>
            <a:r>
              <a:rPr sz="1400" spc="-10" dirty="0">
                <a:latin typeface="Arial"/>
                <a:cs typeface="Arial"/>
              </a:rPr>
              <a:t>rr</a:t>
            </a:r>
            <a:r>
              <a:rPr sz="1400" dirty="0">
                <a:latin typeface="Arial"/>
                <a:cs typeface="Arial"/>
              </a:rPr>
              <a:t>ec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ac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éger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appa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l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pho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o,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eau,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…)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10096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B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sol 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ang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deux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10" dirty="0">
                <a:latin typeface="Arial"/>
                <a:cs typeface="Arial"/>
              </a:rPr>
              <a:t>mm</a:t>
            </a:r>
            <a:r>
              <a:rPr sz="1400" dirty="0">
                <a:latin typeface="Arial"/>
                <a:cs typeface="Arial"/>
              </a:rPr>
              <a:t>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ad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0">
              <a:lnSpc>
                <a:spcPts val="1675"/>
              </a:lnSpc>
            </a:pPr>
            <a:r>
              <a:rPr sz="1400" dirty="0">
                <a:latin typeface="Arial"/>
                <a:cs typeface="Arial"/>
              </a:rPr>
              <a:t>c/ 23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#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251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e/ I 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</a:t>
            </a:r>
            <a:endParaRPr sz="1400">
              <a:latin typeface="Arial"/>
              <a:cs typeface="Arial"/>
            </a:endParaRPr>
          </a:p>
          <a:p>
            <a:pPr marL="127000">
              <a:lnSpc>
                <a:spcPts val="1495"/>
              </a:lnSpc>
            </a:pPr>
            <a:r>
              <a:rPr sz="1800" baseline="2314" dirty="0">
                <a:latin typeface="Wingdings"/>
                <a:cs typeface="Wingdings"/>
              </a:rPr>
              <a:t></a:t>
            </a:r>
            <a:r>
              <a:rPr sz="1800" spc="67" baseline="2314" dirty="0">
                <a:latin typeface="Times New Roman"/>
                <a:cs typeface="Times New Roman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dan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l</a:t>
            </a:r>
            <a:r>
              <a:rPr sz="1800" i="1" baseline="2314" dirty="0">
                <a:latin typeface="Arial"/>
                <a:cs typeface="Arial"/>
              </a:rPr>
              <a:t>a</a:t>
            </a:r>
            <a:r>
              <a:rPr sz="1800" i="1" spc="-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r</a:t>
            </a:r>
            <a:r>
              <a:rPr sz="1800" i="1" spc="-15" baseline="2314" dirty="0">
                <a:latin typeface="Arial"/>
                <a:cs typeface="Arial"/>
              </a:rPr>
              <a:t>u</a:t>
            </a:r>
            <a:r>
              <a:rPr sz="1800" i="1" baseline="2314" dirty="0">
                <a:latin typeface="Arial"/>
                <a:cs typeface="Arial"/>
              </a:rPr>
              <a:t>e</a:t>
            </a:r>
            <a:r>
              <a:rPr sz="1800" i="1" spc="-7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23</a:t>
            </a:r>
            <a:r>
              <a:rPr sz="1800" i="1" baseline="2314" dirty="0">
                <a:latin typeface="Arial"/>
                <a:cs typeface="Arial"/>
              </a:rPr>
              <a:t>,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n</a:t>
            </a:r>
            <a:r>
              <a:rPr sz="1250" i="1" spc="-50" dirty="0">
                <a:latin typeface="MS PGothic"/>
                <a:cs typeface="MS PGothic"/>
              </a:rPr>
              <a:t>°</a:t>
            </a:r>
            <a:r>
              <a:rPr sz="1800" i="1" spc="-15" baseline="2314" dirty="0">
                <a:latin typeface="Arial"/>
                <a:cs typeface="Arial"/>
              </a:rPr>
              <a:t>251</a:t>
            </a:r>
            <a:r>
              <a:rPr sz="1800" i="1" baseline="2314" dirty="0">
                <a:latin typeface="Arial"/>
                <a:cs typeface="Arial"/>
              </a:rPr>
              <a:t>,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en</a:t>
            </a:r>
            <a:r>
              <a:rPr sz="1800" i="1" spc="7" baseline="2314" dirty="0">
                <a:latin typeface="Arial"/>
                <a:cs typeface="Arial"/>
              </a:rPr>
              <a:t>t</a:t>
            </a:r>
            <a:r>
              <a:rPr sz="1800" i="1" baseline="2314" dirty="0">
                <a:latin typeface="Arial"/>
                <a:cs typeface="Arial"/>
              </a:rPr>
              <a:t>re</a:t>
            </a:r>
            <a:r>
              <a:rPr sz="1800" i="1" spc="22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le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r</a:t>
            </a:r>
            <a:r>
              <a:rPr sz="1800" i="1" spc="-15" baseline="2314" dirty="0">
                <a:latin typeface="Arial"/>
                <a:cs typeface="Arial"/>
              </a:rPr>
              <a:t>ue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I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e</a:t>
            </a:r>
            <a:r>
              <a:rPr sz="1800" i="1" baseline="2314" dirty="0">
                <a:latin typeface="Arial"/>
                <a:cs typeface="Arial"/>
              </a:rPr>
              <a:t>t</a:t>
            </a:r>
            <a:r>
              <a:rPr sz="1800" i="1" spc="-15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J</a:t>
            </a:r>
            <a:endParaRPr sz="1800" baseline="2314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258445" indent="4762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M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oca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 I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net 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épa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ées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onne</a:t>
            </a:r>
            <a:r>
              <a:rPr sz="1400" spc="-20" dirty="0">
                <a:latin typeface="Arial"/>
                <a:cs typeface="Arial"/>
              </a:rPr>
              <a:t>x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W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FI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asa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16760" y="2771140"/>
            <a:ext cx="1099819" cy="825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10410" y="2764790"/>
            <a:ext cx="1112520" cy="838200"/>
          </a:xfrm>
          <a:custGeom>
            <a:avLst/>
            <a:gdLst/>
            <a:ahLst/>
            <a:cxnLst/>
            <a:rect l="l" t="t" r="r" b="b"/>
            <a:pathLst>
              <a:path w="1112520" h="838200">
                <a:moveTo>
                  <a:pt x="0" y="0"/>
                </a:moveTo>
                <a:lnTo>
                  <a:pt x="1112520" y="0"/>
                </a:lnTo>
                <a:lnTo>
                  <a:pt x="111252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443" y="1543996"/>
            <a:ext cx="4074160" cy="212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ho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op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passepo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poche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pa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g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osses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coupu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es)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enser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un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épu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10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-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que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anaca)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ander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avant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5" dirty="0">
                <a:latin typeface="Arial"/>
                <a:cs typeface="Arial"/>
              </a:rPr>
              <a:t>’</a:t>
            </a:r>
            <a:r>
              <a:rPr sz="1400" dirty="0">
                <a:latin typeface="Arial"/>
                <a:cs typeface="Arial"/>
              </a:rPr>
              <a:t>ache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 indent="121920">
              <a:lnSpc>
                <a:spcPct val="100000"/>
              </a:lnSpc>
            </a:pPr>
            <a:r>
              <a:rPr sz="1400" i="1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naque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fr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équen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! 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nc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ill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CUC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eu 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CU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1545" y="5059356"/>
            <a:ext cx="407670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espe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es,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l est poss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chander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sana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, 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ax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“</a:t>
            </a:r>
            <a:r>
              <a:rPr sz="1400" i="1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andes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ns</a:t>
            </a:r>
            <a:r>
              <a:rPr sz="1400" i="1" spc="-30" dirty="0">
                <a:latin typeface="Arial"/>
                <a:cs typeface="Arial"/>
              </a:rPr>
              <a:t>”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5020" y="3919232"/>
            <a:ext cx="1198879" cy="675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8670" y="3912870"/>
            <a:ext cx="1211580" cy="688340"/>
          </a:xfrm>
          <a:custGeom>
            <a:avLst/>
            <a:gdLst/>
            <a:ahLst/>
            <a:cxnLst/>
            <a:rect l="l" t="t" r="r" b="b"/>
            <a:pathLst>
              <a:path w="1211579" h="688339">
                <a:moveTo>
                  <a:pt x="0" y="0"/>
                </a:moveTo>
                <a:lnTo>
                  <a:pt x="1211580" y="0"/>
                </a:lnTo>
                <a:lnTo>
                  <a:pt x="1211580" y="688339"/>
                </a:lnTo>
                <a:lnTo>
                  <a:pt x="0" y="6883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0390" y="3234687"/>
            <a:ext cx="210820" cy="195580"/>
          </a:xfrm>
          <a:custGeom>
            <a:avLst/>
            <a:gdLst/>
            <a:ahLst/>
            <a:cxnLst/>
            <a:rect l="l" t="t" r="r" b="b"/>
            <a:pathLst>
              <a:path w="210820" h="195579">
                <a:moveTo>
                  <a:pt x="189941" y="38734"/>
                </a:moveTo>
                <a:lnTo>
                  <a:pt x="20878" y="38734"/>
                </a:lnTo>
                <a:lnTo>
                  <a:pt x="32461" y="87045"/>
                </a:lnTo>
                <a:lnTo>
                  <a:pt x="0" y="125780"/>
                </a:lnTo>
                <a:lnTo>
                  <a:pt x="46913" y="147281"/>
                </a:lnTo>
                <a:lnTo>
                  <a:pt x="58496" y="195579"/>
                </a:lnTo>
                <a:lnTo>
                  <a:pt x="105410" y="174078"/>
                </a:lnTo>
                <a:lnTo>
                  <a:pt x="157479" y="174078"/>
                </a:lnTo>
                <a:lnTo>
                  <a:pt x="163906" y="147281"/>
                </a:lnTo>
                <a:lnTo>
                  <a:pt x="210820" y="125780"/>
                </a:lnTo>
                <a:lnTo>
                  <a:pt x="178358" y="87045"/>
                </a:lnTo>
                <a:lnTo>
                  <a:pt x="189941" y="38734"/>
                </a:lnTo>
                <a:close/>
              </a:path>
              <a:path w="210820" h="195579">
                <a:moveTo>
                  <a:pt x="157479" y="174078"/>
                </a:moveTo>
                <a:lnTo>
                  <a:pt x="105410" y="174078"/>
                </a:lnTo>
                <a:lnTo>
                  <a:pt x="152323" y="195579"/>
                </a:lnTo>
                <a:lnTo>
                  <a:pt x="157479" y="174078"/>
                </a:lnTo>
                <a:close/>
              </a:path>
              <a:path w="210820" h="195579">
                <a:moveTo>
                  <a:pt x="105410" y="0"/>
                </a:moveTo>
                <a:lnTo>
                  <a:pt x="72948" y="38734"/>
                </a:lnTo>
                <a:lnTo>
                  <a:pt x="137871" y="38734"/>
                </a:lnTo>
                <a:lnTo>
                  <a:pt x="1054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0390" y="3234687"/>
            <a:ext cx="210820" cy="195580"/>
          </a:xfrm>
          <a:custGeom>
            <a:avLst/>
            <a:gdLst/>
            <a:ahLst/>
            <a:cxnLst/>
            <a:rect l="l" t="t" r="r" b="b"/>
            <a:pathLst>
              <a:path w="210820" h="195579">
                <a:moveTo>
                  <a:pt x="0" y="125780"/>
                </a:moveTo>
                <a:lnTo>
                  <a:pt x="32461" y="87045"/>
                </a:lnTo>
                <a:lnTo>
                  <a:pt x="20878" y="38734"/>
                </a:lnTo>
                <a:lnTo>
                  <a:pt x="72948" y="38734"/>
                </a:lnTo>
                <a:lnTo>
                  <a:pt x="105410" y="0"/>
                </a:lnTo>
                <a:lnTo>
                  <a:pt x="137871" y="38734"/>
                </a:lnTo>
                <a:lnTo>
                  <a:pt x="189941" y="38734"/>
                </a:lnTo>
                <a:lnTo>
                  <a:pt x="178358" y="87045"/>
                </a:lnTo>
                <a:lnTo>
                  <a:pt x="210820" y="125780"/>
                </a:lnTo>
                <a:lnTo>
                  <a:pt x="163906" y="147281"/>
                </a:lnTo>
                <a:lnTo>
                  <a:pt x="152323" y="195579"/>
                </a:lnTo>
                <a:lnTo>
                  <a:pt x="105410" y="174078"/>
                </a:lnTo>
                <a:lnTo>
                  <a:pt x="58496" y="195579"/>
                </a:lnTo>
                <a:lnTo>
                  <a:pt x="46913" y="147281"/>
                </a:lnTo>
                <a:lnTo>
                  <a:pt x="0" y="12578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89737" y="409800"/>
            <a:ext cx="13112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</a:t>
            </a:r>
            <a:r>
              <a:rPr sz="1600" i="1" spc="-5" dirty="0">
                <a:latin typeface="Arial"/>
                <a:cs typeface="Arial"/>
              </a:rPr>
              <a:t>/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3655" y="409800"/>
            <a:ext cx="21577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Q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dirty="0">
                <a:latin typeface="Arial"/>
                <a:cs typeface="Arial"/>
              </a:rPr>
              <a:t>qu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éca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621" y="2379046"/>
            <a:ext cx="4486910" cy="458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dirty="0">
                <a:latin typeface="Arial"/>
                <a:cs typeface="Arial"/>
              </a:rPr>
              <a:t>e)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out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050" i="1" spc="-10" dirty="0">
                <a:latin typeface="Arial"/>
                <a:cs typeface="Arial"/>
              </a:rPr>
              <a:t>Pe</a:t>
            </a:r>
            <a:r>
              <a:rPr sz="1050" i="1" dirty="0">
                <a:latin typeface="Arial"/>
                <a:cs typeface="Arial"/>
              </a:rPr>
              <a:t>u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d</a:t>
            </a:r>
            <a:r>
              <a:rPr sz="1050" i="1" spc="-15" dirty="0">
                <a:latin typeface="Arial"/>
                <a:cs typeface="Arial"/>
              </a:rPr>
              <a:t>’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c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a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ag</a:t>
            </a:r>
            <a:r>
              <a:rPr sz="1050" i="1" dirty="0">
                <a:latin typeface="Arial"/>
                <a:cs typeface="Arial"/>
              </a:rPr>
              <a:t>e</a:t>
            </a:r>
            <a:r>
              <a:rPr sz="1050" i="1" spc="3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pub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spc="3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: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v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d</a:t>
            </a:r>
            <a:r>
              <a:rPr sz="1050" i="1" spc="-15" dirty="0">
                <a:latin typeface="Arial"/>
                <a:cs typeface="Arial"/>
              </a:rPr>
              <a:t>’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spc="-5" dirty="0">
                <a:latin typeface="Arial"/>
                <a:cs typeface="Arial"/>
              </a:rPr>
              <a:t>m</a:t>
            </a:r>
            <a:r>
              <a:rPr sz="1050" i="1" spc="-10" dirty="0">
                <a:latin typeface="Arial"/>
                <a:cs typeface="Arial"/>
              </a:rPr>
              <a:t>p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un</a:t>
            </a: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ue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no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c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a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ée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!</a:t>
            </a:r>
            <a:endParaRPr sz="1050">
              <a:latin typeface="Arial"/>
              <a:cs typeface="Arial"/>
            </a:endParaRPr>
          </a:p>
          <a:p>
            <a:pPr marL="12700" marR="160655" indent="73025">
              <a:lnSpc>
                <a:spcPct val="150000"/>
              </a:lnSpc>
              <a:spcBef>
                <a:spcPts val="57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avec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passepo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f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une cop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5" dirty="0">
                <a:latin typeface="Arial"/>
                <a:cs typeface="Arial"/>
              </a:rPr>
              <a:t>)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20" dirty="0">
                <a:latin typeface="Arial"/>
                <a:cs typeface="Arial"/>
              </a:rPr>
              <a:t>x</a:t>
            </a:r>
            <a:r>
              <a:rPr sz="1400" dirty="0">
                <a:latin typeface="Arial"/>
                <a:cs typeface="Arial"/>
              </a:rPr>
              <a:t>, 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gent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seu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ct nécessa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!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 marR="574675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éc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ner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20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out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pe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opos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ji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)</a:t>
            </a:r>
            <a:r>
              <a:rPr sz="1400" i="1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  <a:p>
            <a:pPr marL="12700" marR="14604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V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(r</a:t>
            </a:r>
            <a:r>
              <a:rPr sz="1400" i="1" dirty="0">
                <a:latin typeface="Arial"/>
                <a:cs typeface="Arial"/>
              </a:rPr>
              <a:t>éd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gées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n)</a:t>
            </a:r>
            <a:r>
              <a:rPr sz="1400" i="1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onna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&gt;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eux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ili</a:t>
            </a:r>
            <a:r>
              <a:rPr sz="1400" dirty="0">
                <a:latin typeface="Arial"/>
                <a:cs typeface="Arial"/>
              </a:rPr>
              <a:t>eu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 marL="12700" marR="180975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ache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ga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50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axi</a:t>
            </a:r>
            <a:r>
              <a:rPr sz="1400" i="1" spc="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 so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uba)</a:t>
            </a:r>
            <a:endParaRPr sz="1400">
              <a:latin typeface="Arial"/>
              <a:cs typeface="Arial"/>
            </a:endParaRPr>
          </a:p>
          <a:p>
            <a:pPr marL="12700" marR="93980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évo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poche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pour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éger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pap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en cas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f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869" y="1045210"/>
            <a:ext cx="4363720" cy="952500"/>
          </a:xfrm>
          <a:prstGeom prst="rect">
            <a:avLst/>
          </a:prstGeom>
          <a:solidFill>
            <a:srgbClr val="FFFFCC"/>
          </a:solidFill>
          <a:ln w="12700">
            <a:solidFill>
              <a:srgbClr val="4472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005" marR="163195" algn="ctr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peut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1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sans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hés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: de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ous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 d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’A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ne,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uba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est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sécu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R="3810" algn="ctr">
              <a:lnSpc>
                <a:spcPct val="100000"/>
              </a:lnSpc>
            </a:pP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ependan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ces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èg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sont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espec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5043" y="487609"/>
            <a:ext cx="14681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-35" dirty="0">
                <a:latin typeface="Arial"/>
                <a:cs typeface="Arial"/>
              </a:rPr>
              <a:t>!</a:t>
            </a:r>
            <a:r>
              <a:rPr sz="1600" b="1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8820" y="1244600"/>
            <a:ext cx="4081779" cy="2720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469" y="1238250"/>
            <a:ext cx="4094479" cy="2733040"/>
          </a:xfrm>
          <a:custGeom>
            <a:avLst/>
            <a:gdLst/>
            <a:ahLst/>
            <a:cxnLst/>
            <a:rect l="l" t="t" r="r" b="b"/>
            <a:pathLst>
              <a:path w="4094479" h="2733040">
                <a:moveTo>
                  <a:pt x="0" y="0"/>
                </a:moveTo>
                <a:lnTo>
                  <a:pt x="4094479" y="0"/>
                </a:lnTo>
                <a:lnTo>
                  <a:pt x="4094479" y="2733040"/>
                </a:lnTo>
                <a:lnTo>
                  <a:pt x="0" y="27330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9179" y="4668520"/>
            <a:ext cx="2270760" cy="307340"/>
          </a:xfrm>
          <a:prstGeom prst="rect">
            <a:avLst/>
          </a:prstGeom>
          <a:ln w="25400">
            <a:solidFill>
              <a:srgbClr val="82201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ct val="100000"/>
              </a:lnSpc>
            </a:pPr>
            <a:r>
              <a:rPr sz="1450" i="1" spc="-35" dirty="0">
                <a:latin typeface="Tahoma"/>
                <a:cs typeface="Tahoma"/>
              </a:rPr>
              <a:t>«</a:t>
            </a:r>
            <a:r>
              <a:rPr sz="1450" i="1" spc="-20" dirty="0">
                <a:latin typeface="Tahoma"/>
                <a:cs typeface="Tahoma"/>
              </a:rPr>
              <a:t> </a:t>
            </a:r>
            <a:r>
              <a:rPr sz="1450" i="1" spc="-35" dirty="0">
                <a:latin typeface="Tahoma"/>
                <a:cs typeface="Tahoma"/>
              </a:rPr>
              <a:t>S</a:t>
            </a:r>
            <a:r>
              <a:rPr sz="1450" i="1" spc="-40" dirty="0">
                <a:latin typeface="Tahoma"/>
                <a:cs typeface="Tahoma"/>
              </a:rPr>
              <a:t>c</a:t>
            </a:r>
            <a:r>
              <a:rPr sz="1450" i="1" spc="-35" dirty="0">
                <a:latin typeface="Tahoma"/>
                <a:cs typeface="Tahoma"/>
              </a:rPr>
              <a:t>e</a:t>
            </a:r>
            <a:r>
              <a:rPr sz="1450" i="1" spc="-30" dirty="0">
                <a:latin typeface="Tahoma"/>
                <a:cs typeface="Tahoma"/>
              </a:rPr>
              <a:t>a</a:t>
            </a:r>
            <a:r>
              <a:rPr sz="1450" i="1" spc="-35" dirty="0">
                <a:latin typeface="Tahoma"/>
                <a:cs typeface="Tahoma"/>
              </a:rPr>
              <a:t>u</a:t>
            </a:r>
            <a:r>
              <a:rPr sz="1450" i="1" spc="-20" dirty="0">
                <a:latin typeface="Tahoma"/>
                <a:cs typeface="Tahoma"/>
              </a:rPr>
              <a:t> </a:t>
            </a:r>
            <a:r>
              <a:rPr sz="1400" i="1" dirty="0">
                <a:latin typeface="Arial"/>
                <a:cs typeface="Arial"/>
              </a:rPr>
              <a:t>ho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og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aph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que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50" i="1" spc="-35" dirty="0">
                <a:latin typeface="Tahoma"/>
                <a:cs typeface="Tahoma"/>
              </a:rPr>
              <a:t>»</a:t>
            </a:r>
            <a:r>
              <a:rPr sz="1450" i="1" spc="-20" dirty="0">
                <a:latin typeface="Tahoma"/>
                <a:cs typeface="Tahoma"/>
              </a:rPr>
              <a:t> !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9640" y="4594860"/>
            <a:ext cx="1176019" cy="624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289" y="4588510"/>
            <a:ext cx="1188720" cy="637540"/>
          </a:xfrm>
          <a:custGeom>
            <a:avLst/>
            <a:gdLst/>
            <a:ahLst/>
            <a:cxnLst/>
            <a:rect l="l" t="t" r="r" b="b"/>
            <a:pathLst>
              <a:path w="1188720" h="637539">
                <a:moveTo>
                  <a:pt x="0" y="0"/>
                </a:moveTo>
                <a:lnTo>
                  <a:pt x="1188720" y="0"/>
                </a:lnTo>
                <a:lnTo>
                  <a:pt x="1188720" y="637539"/>
                </a:lnTo>
                <a:lnTo>
                  <a:pt x="0" y="637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03070" y="2243366"/>
            <a:ext cx="1741170" cy="2426970"/>
          </a:xfrm>
          <a:custGeom>
            <a:avLst/>
            <a:gdLst/>
            <a:ahLst/>
            <a:cxnLst/>
            <a:rect l="l" t="t" r="r" b="b"/>
            <a:pathLst>
              <a:path w="1741170" h="2426970">
                <a:moveTo>
                  <a:pt x="0" y="2426423"/>
                </a:moveTo>
                <a:lnTo>
                  <a:pt x="1741106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5967" y="2124708"/>
            <a:ext cx="173990" cy="193675"/>
          </a:xfrm>
          <a:custGeom>
            <a:avLst/>
            <a:gdLst/>
            <a:ahLst/>
            <a:cxnLst/>
            <a:rect l="l" t="t" r="r" b="b"/>
            <a:pathLst>
              <a:path w="173989" h="193675">
                <a:moveTo>
                  <a:pt x="173367" y="0"/>
                </a:moveTo>
                <a:lnTo>
                  <a:pt x="0" y="91313"/>
                </a:lnTo>
                <a:lnTo>
                  <a:pt x="142392" y="193484"/>
                </a:lnTo>
                <a:lnTo>
                  <a:pt x="17336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675">
              <a:lnSpc>
                <a:spcPts val="3750"/>
              </a:lnSpc>
            </a:pPr>
            <a:r>
              <a:rPr spc="-5" dirty="0"/>
              <a:t>B</a:t>
            </a:r>
            <a:r>
              <a:rPr spc="5" dirty="0"/>
              <a:t>o</a:t>
            </a:r>
            <a:r>
              <a:rPr dirty="0"/>
              <a:t>n</a:t>
            </a:r>
            <a:r>
              <a:rPr spc="-30" dirty="0"/>
              <a:t> </a:t>
            </a:r>
            <a:r>
              <a:rPr dirty="0"/>
              <a:t>séj</a:t>
            </a:r>
            <a:r>
              <a:rPr spc="5" dirty="0"/>
              <a:t>ou</a:t>
            </a:r>
            <a:r>
              <a:rPr dirty="0"/>
              <a:t>r</a:t>
            </a:r>
            <a:r>
              <a:rPr spc="-70" dirty="0"/>
              <a:t> </a:t>
            </a:r>
            <a:r>
              <a:rPr dirty="0"/>
              <a:t>à</a:t>
            </a:r>
            <a:r>
              <a:rPr spc="5" dirty="0"/>
              <a:t> </a:t>
            </a:r>
            <a:r>
              <a:rPr spc="-5" dirty="0"/>
              <a:t>C</a:t>
            </a:r>
            <a:r>
              <a:rPr spc="5" dirty="0"/>
              <a:t>ub</a:t>
            </a:r>
            <a:r>
              <a:rPr dirty="0"/>
              <a:t>a,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259" y="2245928"/>
            <a:ext cx="339788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75"/>
              </a:lnSpc>
            </a:pPr>
            <a:r>
              <a:rPr sz="2500" i="1" spc="-10" dirty="0">
                <a:latin typeface="Arial"/>
                <a:cs typeface="Arial"/>
              </a:rPr>
              <a:t>A</a:t>
            </a:r>
            <a:r>
              <a:rPr sz="2500" i="1" dirty="0">
                <a:latin typeface="Arial"/>
                <a:cs typeface="Arial"/>
              </a:rPr>
              <a:t>u</a:t>
            </a:r>
            <a:r>
              <a:rPr sz="2500" i="1" spc="15" dirty="0">
                <a:latin typeface="Arial"/>
                <a:cs typeface="Arial"/>
              </a:rPr>
              <a:t> </a:t>
            </a:r>
            <a:r>
              <a:rPr sz="2500" i="1" spc="10" dirty="0">
                <a:latin typeface="Arial"/>
                <a:cs typeface="Arial"/>
              </a:rPr>
              <a:t>c</a:t>
            </a:r>
            <a:r>
              <a:rPr sz="2500" i="1" dirty="0">
                <a:latin typeface="Arial"/>
                <a:cs typeface="Arial"/>
              </a:rPr>
              <a:t>œ</a:t>
            </a:r>
            <a:r>
              <a:rPr sz="2500" i="1" spc="10" dirty="0">
                <a:latin typeface="Arial"/>
                <a:cs typeface="Arial"/>
              </a:rPr>
              <a:t>u</a:t>
            </a:r>
            <a:r>
              <a:rPr sz="2500" i="1" dirty="0">
                <a:latin typeface="Arial"/>
                <a:cs typeface="Arial"/>
              </a:rPr>
              <a:t>r</a:t>
            </a:r>
            <a:r>
              <a:rPr sz="2500" i="1" spc="-30" dirty="0">
                <a:latin typeface="Arial"/>
                <a:cs typeface="Arial"/>
              </a:rPr>
              <a:t> </a:t>
            </a:r>
            <a:r>
              <a:rPr sz="2500" i="1" spc="10" dirty="0">
                <a:latin typeface="Arial"/>
                <a:cs typeface="Arial"/>
              </a:rPr>
              <a:t>de</a:t>
            </a:r>
            <a:r>
              <a:rPr sz="2500" i="1" dirty="0">
                <a:latin typeface="Arial"/>
                <a:cs typeface="Arial"/>
              </a:rPr>
              <a:t>s</a:t>
            </a:r>
            <a:r>
              <a:rPr sz="2500" i="1" spc="-5" dirty="0">
                <a:latin typeface="Arial"/>
                <a:cs typeface="Arial"/>
              </a:rPr>
              <a:t> C</a:t>
            </a:r>
            <a:r>
              <a:rPr sz="2500" i="1" spc="10" dirty="0">
                <a:latin typeface="Arial"/>
                <a:cs typeface="Arial"/>
              </a:rPr>
              <a:t>a</a:t>
            </a:r>
            <a:r>
              <a:rPr sz="2500" i="1" spc="5" dirty="0">
                <a:latin typeface="Arial"/>
                <a:cs typeface="Arial"/>
              </a:rPr>
              <a:t>r</a:t>
            </a:r>
            <a:r>
              <a:rPr sz="2500" i="1" spc="10" dirty="0">
                <a:latin typeface="Arial"/>
                <a:cs typeface="Arial"/>
              </a:rPr>
              <a:t>a</a:t>
            </a:r>
            <a:r>
              <a:rPr sz="2500" i="1" spc="5" dirty="0">
                <a:latin typeface="Arial"/>
                <a:cs typeface="Arial"/>
              </a:rPr>
              <a:t>ï</a:t>
            </a:r>
            <a:r>
              <a:rPr sz="2500" i="1" spc="10" dirty="0">
                <a:latin typeface="Arial"/>
                <a:cs typeface="Arial"/>
              </a:rPr>
              <a:t>be</a:t>
            </a:r>
            <a:r>
              <a:rPr sz="2500" i="1" dirty="0">
                <a:latin typeface="Arial"/>
                <a:cs typeface="Arial"/>
              </a:rPr>
              <a:t>s</a:t>
            </a:r>
            <a:r>
              <a:rPr sz="2500" i="1" spc="-45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!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1763</Words>
  <Application>Microsoft Office PowerPoint</Application>
  <PresentationFormat>Personnalisé</PresentationFormat>
  <Paragraphs>364</Paragraphs>
  <Slides>33</Slides>
  <Notes>33</Notes>
  <HiddenSlides>3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MS PGothic</vt:lpstr>
      <vt:lpstr>Arial</vt:lpstr>
      <vt:lpstr>Calibri</vt:lpstr>
      <vt:lpstr>Tahoma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Bon séjour à Cuba,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Pense-bête !</dc:title>
  <dc:creator>fr14440</dc:creator>
  <cp:lastModifiedBy>Patrick</cp:lastModifiedBy>
  <cp:revision>1</cp:revision>
  <dcterms:created xsi:type="dcterms:W3CDTF">2026-01-07T15:39:47Z</dcterms:created>
  <dcterms:modified xsi:type="dcterms:W3CDTF">2026-01-07T14:47:20Z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2025-09-21T00:00:00Z</vt:filetime>
  </property>
  <property fmtid="{D5CDD505-2E9C-101B-9397-08002B2CF9AE}" pid="3" name="LastSaved">
    <vt:filetime>2026-01-07T00:00:00Z</vt:filetime>
  </property>
</Properties>
</file>