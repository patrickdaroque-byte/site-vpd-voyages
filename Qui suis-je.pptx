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59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83671B-BF5E-474B-96A8-DE596479CD48}" type="datetimeFigureOut">
              <a:rPr lang="fr-FR" smtClean="0"/>
              <a:t>29/07/2025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A5EF57-B415-4CB6-B67C-9FF421132A7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43296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 txBox="1">
            <a:spLocks noGrp="1"/>
          </p:cNvSpPr>
          <p:nvPr/>
        </p:nvSpPr>
        <p:spPr>
          <a:xfrm>
            <a:off x="3900488" y="0"/>
            <a:ext cx="2986087" cy="501650"/>
          </a:xfrm>
          <a:prstGeom prst="rect">
            <a:avLst/>
          </a:prstGeom>
          <a:noFill/>
          <a:ln w="9525">
            <a:noFill/>
          </a:ln>
        </p:spPr>
        <p:txBody>
          <a:bodyPr lIns="94771" tIns="47386" rIns="94771" bIns="47386"/>
          <a:lstStyle/>
          <a:p>
            <a:pPr marL="0" marR="0" lvl="0" indent="0" algn="r" defTabSz="9302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B962C8B-B14F-4D97-AF65-F5344CB8AC3E}" type="datetime1">
              <a:rPr kumimoji="0" lang="fr-FR" altLang="x-none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02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29/07/2025</a:t>
            </a:fld>
            <a:endParaRPr kumimoji="0" lang="fr-FR" altLang="x-none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3011" name="Rectangle 7"/>
          <p:cNvSpPr txBox="1">
            <a:spLocks noGrp="1"/>
          </p:cNvSpPr>
          <p:nvPr/>
        </p:nvSpPr>
        <p:spPr>
          <a:xfrm>
            <a:off x="3900488" y="9517063"/>
            <a:ext cx="2986087" cy="501650"/>
          </a:xfrm>
          <a:prstGeom prst="rect">
            <a:avLst/>
          </a:prstGeom>
          <a:noFill/>
          <a:ln w="9525">
            <a:noFill/>
          </a:ln>
        </p:spPr>
        <p:txBody>
          <a:bodyPr lIns="94771" tIns="47386" rIns="94771" bIns="47386" anchor="b" anchorCtr="0"/>
          <a:lstStyle/>
          <a:p>
            <a:pPr marL="0" marR="0" lvl="0" indent="0" algn="r" defTabSz="93027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A0DB2DC-4C9A-4742-B13C-FB6460FD3503}" type="slidenum">
              <a:rPr kumimoji="0" lang="en-GB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3027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301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43013" name="Rectangle 3"/>
          <p:cNvSpPr>
            <a:spLocks noGrp="1"/>
          </p:cNvSpPr>
          <p:nvPr>
            <p:ph type="body" idx="1"/>
          </p:nvPr>
        </p:nvSpPr>
        <p:spPr/>
        <p:txBody>
          <a:bodyPr wrap="square" lIns="93682" tIns="46842" rIns="93682" bIns="46842" anchor="t" anchorCtr="0"/>
          <a:lstStyle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7"/>
          <p:cNvSpPr/>
          <p:nvPr/>
        </p:nvSpPr>
        <p:spPr bwMode="auto">
          <a:xfrm>
            <a:off x="381000" y="2803525"/>
            <a:ext cx="2117" cy="3035300"/>
          </a:xfrm>
          <a:custGeom>
            <a:avLst/>
            <a:gdLst>
              <a:gd name="T0" fmla="*/ 0 w 1588"/>
              <a:gd name="T1" fmla="*/ 0 h 1912"/>
              <a:gd name="T2" fmla="*/ 0 w 1588"/>
              <a:gd name="T3" fmla="*/ 2147483646 h 1912"/>
              <a:gd name="T4" fmla="*/ 0 w 1588"/>
              <a:gd name="T5" fmla="*/ 2147483646 h 1912"/>
              <a:gd name="T6" fmla="*/ 0 w 1588"/>
              <a:gd name="T7" fmla="*/ 2147483646 h 1912"/>
              <a:gd name="T8" fmla="*/ 0 w 1588"/>
              <a:gd name="T9" fmla="*/ 2147483646 h 1912"/>
              <a:gd name="T10" fmla="*/ 0 w 1588"/>
              <a:gd name="T11" fmla="*/ 2147483646 h 1912"/>
              <a:gd name="T12" fmla="*/ 0 w 1588"/>
              <a:gd name="T13" fmla="*/ 0 h 1912"/>
              <a:gd name="T14" fmla="*/ 0 w 1588"/>
              <a:gd name="T15" fmla="*/ 0 h 1912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1588" h="1912">
                <a:moveTo>
                  <a:pt x="0" y="0"/>
                </a:moveTo>
                <a:lnTo>
                  <a:pt x="0" y="6"/>
                </a:lnTo>
                <a:lnTo>
                  <a:pt x="0" y="60"/>
                </a:lnTo>
                <a:lnTo>
                  <a:pt x="0" y="1912"/>
                </a:lnTo>
                <a:lnTo>
                  <a:pt x="0" y="0"/>
                </a:lnTo>
                <a:close/>
              </a:path>
            </a:pathLst>
          </a:custGeom>
          <a:solidFill>
            <a:srgbClr val="6BBA27"/>
          </a:solidFill>
          <a:ln w="9525">
            <a:noFill/>
            <a:rou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3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77826" name="Rectangle 2"/>
          <p:cNvSpPr>
            <a:spLocks noGrp="1" noChangeArrowheads="1"/>
          </p:cNvSpPr>
          <p:nvPr>
            <p:ph type="ctrTitle" sz="quarter" hasCustomPrompt="1"/>
          </p:nvPr>
        </p:nvSpPr>
        <p:spPr>
          <a:xfrm>
            <a:off x="914400" y="1997076"/>
            <a:ext cx="10363200" cy="1431925"/>
          </a:xfrm>
        </p:spPr>
        <p:txBody>
          <a:bodyPr anchor="b" anchorCtr="1"/>
          <a:lstStyle>
            <a:lvl1pPr algn="ctr">
              <a:defRPr/>
            </a:lvl1pPr>
          </a:lstStyle>
          <a:p>
            <a:r>
              <a:rPr lang="en-GB"/>
              <a:t>Cliquez pour modifier le style du titre</a:t>
            </a:r>
          </a:p>
        </p:txBody>
      </p:sp>
      <p:sp>
        <p:nvSpPr>
          <p:cNvPr id="77827" name="Rectangle 3"/>
          <p:cNvSpPr>
            <a:spLocks noGrp="1" noChangeArrowheads="1"/>
          </p:cNvSpPr>
          <p:nvPr>
            <p:ph type="subTitle" sz="quarter" idx="1" hasCustomPrompt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Cliquez pour modifier le style des sous-titres du masque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i="0"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8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GB" altLang="fr-FR" sz="1400" dirty="0">
                <a:effectLst>
                  <a:outerShdw blurRad="38100" dist="38100" dir="2700000">
                    <a:srgbClr val="C0C0C0"/>
                  </a:outerShdw>
                </a:effectLst>
                <a:latin typeface="Arial" panose="020B0604020202020204" pitchFamily="34" charset="0"/>
              </a:rPr>
              <a:t>‹N°›</a:t>
            </a:fld>
            <a:endParaRPr lang="en-GB" altLang="fr-FR" sz="1400" dirty="0">
              <a:effectLst>
                <a:outerShdw blurRad="38100" dist="38100" dir="2700000">
                  <a:srgbClr val="C0C0C0"/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9" name="Rectangle 10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400">
                <a:effectLst>
                  <a:outerShdw blurRad="38100" dist="38100" dir="2700000" algn="tl">
                    <a:srgbClr val="000000"/>
                  </a:outerShdw>
                </a:effectLst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385622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082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438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effectLst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09600" y="1905000"/>
            <a:ext cx="5384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197600" y="1905000"/>
            <a:ext cx="53848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6047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3417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62866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pied de page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3" name="Espace réservé du numéro de diapositive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86303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464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FontTx/>
              <a:buNone/>
              <a:defRPr/>
            </a:pPr>
            <a:endParaRPr kumimoji="0" lang="fr-FR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584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038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839200" y="292100"/>
            <a:ext cx="2743200" cy="57277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609600" y="292100"/>
            <a:ext cx="8026400" cy="57277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61759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re et tableau"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9600" y="292100"/>
            <a:ext cx="10972800" cy="508000"/>
          </a:xfrm>
        </p:spPr>
        <p:txBody>
          <a:bodyPr/>
          <a:lstStyle/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tableau 2"/>
          <p:cNvSpPr>
            <a:spLocks noGrp="1"/>
          </p:cNvSpPr>
          <p:nvPr>
            <p:ph type="tbl" idx="1"/>
          </p:nvPr>
        </p:nvSpPr>
        <p:spPr>
          <a:xfrm>
            <a:off x="609600" y="1905000"/>
            <a:ext cx="10972800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20000"/>
              <a:buFontTx/>
              <a:buChar char="•"/>
              <a:defRPr/>
            </a:pPr>
            <a:endParaRPr kumimoji="0" lang="fr-FR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+mn-lt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381750"/>
            <a:ext cx="3860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rgbClr val="0000CC"/>
                </a:solidFill>
                <a:effectLst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7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381750"/>
            <a:ext cx="2844800" cy="47625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  <a:latin typeface="Comic Sans MS" panose="030F0702030302020204" pitchFamily="66" charset="0"/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13916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re. Contenu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609600" y="292100"/>
            <a:ext cx="10972800" cy="508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609600" y="1905000"/>
            <a:ext cx="5384800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 hasCustomPrompt="1"/>
          </p:nvPr>
        </p:nvSpPr>
        <p:spPr>
          <a:xfrm>
            <a:off x="6197600" y="1905000"/>
            <a:ext cx="53848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 hasCustomPrompt="1"/>
          </p:nvPr>
        </p:nvSpPr>
        <p:spPr>
          <a:xfrm>
            <a:off x="6197600" y="4038600"/>
            <a:ext cx="53848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4911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re et 4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sz="quarter" hasCustomPrompt="1"/>
          </p:nvPr>
        </p:nvSpPr>
        <p:spPr>
          <a:xfrm>
            <a:off x="609600" y="292100"/>
            <a:ext cx="10972800" cy="508000"/>
          </a:xfrm>
        </p:spPr>
        <p:txBody>
          <a:bodyPr/>
          <a:lstStyle>
            <a:lvl1pPr>
              <a:defRPr lang="fr-FR" sz="3200" kern="1200" dirty="0" smtClean="0">
                <a:solidFill>
                  <a:schemeClr val="dk1">
                    <a:hueOff val="0"/>
                    <a:satOff val="0"/>
                    <a:lumOff val="0"/>
                    <a:alphaOff val="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 hasCustomPrompt="1"/>
          </p:nvPr>
        </p:nvSpPr>
        <p:spPr>
          <a:xfrm>
            <a:off x="609600" y="1905000"/>
            <a:ext cx="53848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 hasCustomPrompt="1"/>
          </p:nvPr>
        </p:nvSpPr>
        <p:spPr>
          <a:xfrm>
            <a:off x="6197600" y="1905000"/>
            <a:ext cx="53848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 hasCustomPrompt="1"/>
          </p:nvPr>
        </p:nvSpPr>
        <p:spPr>
          <a:xfrm>
            <a:off x="609600" y="4038600"/>
            <a:ext cx="53848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6197600" y="4038600"/>
            <a:ext cx="5384800" cy="1981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u pied de page 6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16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5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92100"/>
            <a:ext cx="10972800" cy="5080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GB"/>
              <a:t>Cliquez pour modifier le style du titre</a:t>
            </a:r>
          </a:p>
        </p:txBody>
      </p:sp>
      <p:sp>
        <p:nvSpPr>
          <p:cNvPr id="76806" name="Rectangle 6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905000"/>
            <a:ext cx="10972800" cy="41148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GB"/>
              <a:t>Cliquez pour modifier les styles du texte du masque</a:t>
            </a:r>
          </a:p>
          <a:p>
            <a:pPr lvl="1"/>
            <a:r>
              <a:rPr lang="en-GB"/>
              <a:t>Deuxième niveau</a:t>
            </a:r>
          </a:p>
          <a:p>
            <a:pPr lvl="2"/>
            <a:r>
              <a:rPr lang="en-GB"/>
              <a:t>Troisième niveau</a:t>
            </a:r>
          </a:p>
          <a:p>
            <a:pPr lvl="3"/>
            <a:r>
              <a:rPr lang="en-GB"/>
              <a:t>Quatrième niveau</a:t>
            </a:r>
          </a:p>
          <a:p>
            <a:pPr lvl="4"/>
            <a:r>
              <a:rPr lang="en-GB"/>
              <a:t>Cinquième niveau</a:t>
            </a:r>
          </a:p>
        </p:txBody>
      </p:sp>
      <p:sp>
        <p:nvSpPr>
          <p:cNvPr id="76808" name="Rectangle 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0" y="6381750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defRPr sz="1200" i="1">
                <a:effectLst>
                  <a:outerShdw blurRad="38100" dist="38100" dir="2700000" algn="tl">
                    <a:srgbClr val="000000"/>
                  </a:outerShdw>
                </a:effectLst>
                <a:latin typeface="Comic Sans MS" panose="030F0702030302020204" pitchFamily="66" charset="0"/>
                <a:ea typeface="+mn-ea"/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fr-FR"/>
              <a:t>Argentine : 13 novembre au 7 décembre 2016</a:t>
            </a:r>
            <a:endParaRPr lang="en-GB"/>
          </a:p>
        </p:txBody>
      </p:sp>
      <p:sp>
        <p:nvSpPr>
          <p:cNvPr id="76809" name="Rectangle 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347200" y="6381750"/>
            <a:ext cx="2844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 b="1">
                <a:solidFill>
                  <a:srgbClr val="000000"/>
                </a:solidFill>
                <a:latin typeface="Comic Sans MS" panose="030F0702030302020204" pitchFamily="66" charset="0"/>
              </a:defRPr>
            </a:lvl1pPr>
          </a:lstStyle>
          <a:p>
            <a:pPr lvl="0" eaLnBrk="1" hangingPunct="1">
              <a:buNone/>
            </a:pPr>
            <a:fld id="{9A0DB2DC-4C9A-4742-B13C-FB6460FD3503}" type="slidenum">
              <a:rPr lang="en-GB" altLang="fr-FR" dirty="0">
                <a:effectLst>
                  <a:outerShdw blurRad="38100" dist="38100" dir="2700000">
                    <a:srgbClr val="C0C0C0"/>
                  </a:outerShdw>
                </a:effectLst>
              </a:rPr>
              <a:t>‹N°›</a:t>
            </a:fld>
            <a:endParaRPr lang="en-GB" altLang="fr-FR" dirty="0">
              <a:effectLst>
                <a:outerShdw blurRad="38100" dist="38100" dir="2700000">
                  <a:srgbClr val="C0C0C0"/>
                </a:outerShdw>
              </a:effectLst>
              <a:latin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79076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hf sldNum="0"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+mj-lt"/>
          <a:ea typeface="MS PGothic" panose="020B0600070205080204" pitchFamily="34" charset="-128"/>
          <a:cs typeface="+mj-cs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ea typeface="MS PGothic" panose="020B0600070205080204" pitchFamily="34" charset="-128"/>
          <a:cs typeface="Arial" panose="020B0604020202020204" pitchFamily="34" charset="0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ea typeface="MS PGothic" panose="020B0600070205080204" pitchFamily="34" charset="-128"/>
          <a:cs typeface="Arial" panose="020B0604020202020204" pitchFamily="34" charset="0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ea typeface="MS PGothic" panose="020B0600070205080204" pitchFamily="34" charset="-128"/>
          <a:cs typeface="Arial" panose="020B0604020202020204" pitchFamily="34" charset="0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ea typeface="MS PGothic" panose="020B0600070205080204" pitchFamily="34" charset="-128"/>
          <a:cs typeface="Arial" panose="020B0604020202020204" pitchFamily="34" charset="0"/>
        </a:defRPr>
      </a:lvl5pPr>
      <a:lvl6pPr marL="457200" algn="r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200">
          <a:solidFill>
            <a:srgbClr val="000000"/>
          </a:solidFill>
          <a:effectLst>
            <a:outerShdw blurRad="38100" dist="38100" dir="2700000" algn="tl">
              <a:srgbClr val="FFFFFF"/>
            </a:outerShdw>
          </a:effectLst>
          <a:latin typeface="Tahoma" panose="020B060403050404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panose="020B0604020202020204" pitchFamily="34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20000"/>
        <a:buChar char="•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panose="020B0604020202020204" pitchFamily="34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Tahoma" panose="020B0604030504040204" pitchFamily="34" charset="0"/>
        <a:buChar char="–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panose="020B0604020202020204" pitchFamily="34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Arial" panose="020B0604020202020204" pitchFamily="34" charset="0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Wingdings" panose="05000000000000000000" pitchFamily="2" charset="2"/>
        <a:buChar char="v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02" name="Rectangle 2"/>
          <p:cNvSpPr>
            <a:spLocks noGrp="1"/>
          </p:cNvSpPr>
          <p:nvPr>
            <p:ph type="title" idx="4294967295"/>
          </p:nvPr>
        </p:nvSpPr>
        <p:spPr>
          <a:xfrm>
            <a:off x="2101850" y="292101"/>
            <a:ext cx="8362950" cy="688975"/>
          </a:xfrm>
        </p:spPr>
        <p:txBody>
          <a:bodyPr vert="horz" wrap="square" lIns="91440" tIns="45720" rIns="91440" bIns="45720" numCol="1" anchor="ctr" anchorCtr="0" compatLnSpc="1"/>
          <a:lstStyle/>
          <a:p>
            <a:pPr eaLnBrk="1" hangingPunct="1"/>
            <a:r>
              <a:rPr lang="fr-FR" altLang="fr-FR" sz="2400" dirty="0">
                <a:effectLst/>
              </a:rPr>
              <a:t>Qui suis-je ? Le Concept du séjour</a:t>
            </a:r>
            <a:endParaRPr lang="en-GB" altLang="fr-FR" sz="2400" dirty="0">
              <a:effectLst/>
            </a:endParaRPr>
          </a:p>
        </p:txBody>
      </p:sp>
      <p:sp>
        <p:nvSpPr>
          <p:cNvPr id="6147" name="Rectangle 5"/>
          <p:cNvSpPr/>
          <p:nvPr/>
        </p:nvSpPr>
        <p:spPr>
          <a:xfrm>
            <a:off x="2224263" y="2132856"/>
            <a:ext cx="8248650" cy="454183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/>
          <a:p>
            <a:pPr lvl="1" eaLnBrk="0" fontAlgn="b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fr-FR" altLang="x-none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Patrick DAROQUE</a:t>
            </a:r>
            <a:r>
              <a:rPr lang="fr-FR" altLang="x-none" sz="1600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</a:t>
            </a:r>
            <a:r>
              <a:rPr lang="fr-FR" altLang="x-none" sz="1200" i="1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(</a:t>
            </a:r>
            <a:r>
              <a:rPr lang="fr-FR" altLang="x-none" sz="1200" i="1" dirty="0" err="1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Travel</a:t>
            </a:r>
            <a:r>
              <a:rPr lang="fr-FR" altLang="x-none" sz="1200" i="1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Pl</a:t>
            </a:r>
            <a:r>
              <a:rPr lang="fr-FR" altLang="x-none" sz="1200" i="1" dirty="0" err="1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anner</a:t>
            </a:r>
            <a:r>
              <a:rPr lang="fr-FR" altLang="x-none" sz="1200" i="1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)</a:t>
            </a:r>
            <a:endParaRPr lang="fr-FR" altLang="x-none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1" eaLnBrk="0" fontAlgn="b" hangingPunct="0">
              <a:spcBef>
                <a:spcPct val="0"/>
              </a:spcBef>
              <a:spcAft>
                <a:spcPct val="0"/>
              </a:spcAft>
              <a:defRPr/>
            </a:pPr>
            <a:endParaRPr lang="fr-FR" altLang="x-none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1" eaLnBrk="0" fontAlgn="b" hangingPunct="0">
              <a:spcBef>
                <a:spcPct val="0"/>
              </a:spcBef>
              <a:spcAft>
                <a:spcPts val="1200"/>
              </a:spcAft>
              <a:buFontTx/>
              <a:buChar char="•"/>
              <a:defRPr/>
            </a:pPr>
            <a:r>
              <a:rPr lang="fr-FR" altLang="x-none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Faire découvrir et partager la passion d’un pays :</a:t>
            </a:r>
            <a:endParaRPr lang="fr-FR" altLang="x-none" sz="1600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marL="1200150" lvl="2" indent="-285750" eaLnBrk="0" fontAlgn="b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fr-FR" altLang="x-none" sz="1600" i="1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au plus près de ses habitants</a:t>
            </a:r>
          </a:p>
          <a:p>
            <a:pPr marL="1200150" lvl="2" indent="-285750" eaLnBrk="0" fontAlgn="b" hangingPunct="0">
              <a:spcBef>
                <a:spcPct val="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fr-FR" altLang="x-none" sz="1600" i="1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mode de vie, coutumes</a:t>
            </a:r>
          </a:p>
          <a:p>
            <a:pPr marL="1200150" lvl="2" indent="-285750" eaLnBrk="0" fontAlgn="b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r>
              <a:rPr lang="fr-FR" altLang="x-none" sz="1600" i="1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autour d’un thème (patrimoine, architecture, danse, culture, gastronomie, religion, œnologie, etc.)</a:t>
            </a:r>
          </a:p>
          <a:p>
            <a:pPr marL="1200150" lvl="2" indent="-285750" eaLnBrk="0" fontAlgn="b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  <a:defRPr/>
            </a:pPr>
            <a:endParaRPr lang="fr-FR" altLang="x-none" sz="1600" i="1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2" eaLnBrk="0" fontAlgn="b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r-FR" altLang="x-none" sz="1600" i="1" dirty="0">
                <a:solidFill>
                  <a:srgbClr val="000099">
                    <a:lumMod val="60000"/>
                    <a:lumOff val="40000"/>
                  </a:srgbClr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  <a:sym typeface="Wingdings" panose="05000000000000000000" pitchFamily="2" charset="2"/>
              </a:rPr>
              <a:t> ce ne sont pas les lieux qui font les voyages, mais les gens qui les habitent !</a:t>
            </a:r>
            <a:endParaRPr lang="fr-FR" altLang="x-none" sz="1600" i="1" dirty="0">
              <a:solidFill>
                <a:srgbClr val="000099">
                  <a:lumMod val="60000"/>
                  <a:lumOff val="40000"/>
                </a:srgbClr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1" eaLnBrk="0" fontAlgn="b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endParaRPr lang="fr-FR" altLang="x-none" sz="1600" i="1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1" eaLnBrk="0" fontAlgn="b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r>
              <a:rPr lang="fr-FR" altLang="x-none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L’essentiel du séjour se déroule dans la capitale du pays visité avec</a:t>
            </a:r>
          </a:p>
          <a:p>
            <a:pPr lvl="1" eaLnBrk="0" fontAlgn="b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fr-FR" altLang="x-none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 des escapades de quelques jours en province </a:t>
            </a:r>
            <a:r>
              <a:rPr lang="fr-FR" altLang="x-none" i="1" dirty="0">
                <a:solidFill>
                  <a:srgbClr val="00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(ou pays voisin)</a:t>
            </a:r>
          </a:p>
          <a:p>
            <a:pPr lvl="1" eaLnBrk="0" fontAlgn="b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endParaRPr lang="fr-FR" altLang="x-none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1" eaLnBrk="0" fontAlgn="b" hangingPunct="0">
              <a:spcBef>
                <a:spcPct val="0"/>
              </a:spcBef>
              <a:spcAft>
                <a:spcPct val="0"/>
              </a:spcAft>
              <a:defRPr/>
            </a:pPr>
            <a:endParaRPr lang="fr-FR" altLang="x-none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1" eaLnBrk="0" fontAlgn="b" hangingPunct="0">
              <a:spcBef>
                <a:spcPct val="0"/>
              </a:spcBef>
              <a:spcAft>
                <a:spcPct val="0"/>
              </a:spcAft>
              <a:buFontTx/>
              <a:buChar char="•"/>
              <a:defRPr/>
            </a:pPr>
            <a:endParaRPr lang="fr-FR" altLang="x-none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4" eaLnBrk="0" fontAlgn="b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  <a:defRPr/>
            </a:pPr>
            <a:r>
              <a:rPr lang="fr-FR" altLang="x-none" dirty="0">
                <a:solidFill>
                  <a:srgbClr val="FF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Nous validons </a:t>
            </a:r>
            <a:r>
              <a:rPr lang="fr-FR" altLang="x-none" b="1" u="sng" dirty="0">
                <a:solidFill>
                  <a:srgbClr val="FF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ensemble</a:t>
            </a:r>
            <a:r>
              <a:rPr lang="fr-FR" altLang="x-none" dirty="0">
                <a:solidFill>
                  <a:srgbClr val="FF0000"/>
                </a:solidFill>
                <a:latin typeface="Tahoma" panose="020B0604030504040204" pitchFamily="34" charset="0"/>
                <a:ea typeface="MS PGothic" panose="020B0600070205080204" pitchFamily="34" charset="-128"/>
                <a:cs typeface="Arial" panose="020B0604020202020204"/>
              </a:rPr>
              <a:t> l’intégralité du programme !</a:t>
            </a:r>
          </a:p>
          <a:p>
            <a:pPr lvl="4" eaLnBrk="0" fontAlgn="b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  <a:defRPr/>
            </a:pPr>
            <a:endParaRPr lang="fr-FR" altLang="x-none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  <a:p>
            <a:pPr lvl="4" eaLnBrk="0" fontAlgn="b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à"/>
              <a:defRPr/>
            </a:pPr>
            <a:endParaRPr lang="fr-FR" altLang="x-none" dirty="0">
              <a:solidFill>
                <a:srgbClr val="000000"/>
              </a:solidFill>
              <a:latin typeface="Tahoma" panose="020B0604030504040204" pitchFamily="34" charset="0"/>
              <a:ea typeface="MS PGothic" panose="020B0600070205080204" pitchFamily="34" charset="-128"/>
              <a:cs typeface="Arial" panose="020B060402020202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68" decel="100000"/>
                                        <p:tgtEl>
                                          <p:spTgt spid="20480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68" decel="100000"/>
                                        <p:tgtEl>
                                          <p:spTgt spid="204802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68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68" fill="hold"/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68"/>
                                          </p:stCondLst>
                                        </p:cTn>
                                        <p:tgtEl>
                                          <p:spTgt spid="2048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02" grpId="0"/>
    </p:bldLst>
  </p:timing>
</p:sld>
</file>

<file path=ppt/theme/theme1.xml><?xml version="1.0" encoding="utf-8"?>
<a:theme xmlns:a="http://schemas.openxmlformats.org/drawingml/2006/main" name="Ocean">
  <a:themeElements>
    <a:clrScheme name="Ocean 1">
      <a:dk1>
        <a:srgbClr val="010199"/>
      </a:dk1>
      <a:lt1>
        <a:srgbClr val="FFFFFF"/>
      </a:lt1>
      <a:dk2>
        <a:srgbClr val="000099"/>
      </a:dk2>
      <a:lt2>
        <a:srgbClr val="FFFFFF"/>
      </a:lt2>
      <a:accent1>
        <a:srgbClr val="33CCCC"/>
      </a:accent1>
      <a:accent2>
        <a:srgbClr val="00C600"/>
      </a:accent2>
      <a:accent3>
        <a:srgbClr val="AAAACA"/>
      </a:accent3>
      <a:accent4>
        <a:srgbClr val="DADADA"/>
      </a:accent4>
      <a:accent5>
        <a:srgbClr val="ADE2E2"/>
      </a:accent5>
      <a:accent6>
        <a:srgbClr val="00B300"/>
      </a:accent6>
      <a:hlink>
        <a:srgbClr val="FFCC00"/>
      </a:hlink>
      <a:folHlink>
        <a:srgbClr val="6699FF"/>
      </a:folHlink>
    </a:clrScheme>
    <a:fontScheme name="Ocean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FF0000">
            <a:alpha val="49019"/>
          </a:srgbClr>
        </a:solidFill>
        <a:ln w="9525">
          <a:solidFill>
            <a:schemeClr val="tx1"/>
          </a:solidFill>
          <a:miter lim="800000"/>
        </a:ln>
      </a:spPr>
      <a:bodyPr wrap="none" anchor="ctr"/>
      <a:lstStyle>
        <a:defPPr>
          <a:defRPr sz="1000" dirty="0"/>
        </a:defPPr>
      </a:lstStyle>
    </a:spDef>
  </a:objectDefaults>
  <a:extraClrSchemeLst>
    <a:extraClrScheme>
      <a:clrScheme name="Ocean 1">
        <a:dk1>
          <a:srgbClr val="010199"/>
        </a:dk1>
        <a:lt1>
          <a:srgbClr val="FFFFFF"/>
        </a:lt1>
        <a:dk2>
          <a:srgbClr val="000099"/>
        </a:dk2>
        <a:lt2>
          <a:srgbClr val="FFFFFF"/>
        </a:lt2>
        <a:accent1>
          <a:srgbClr val="33CCCC"/>
        </a:accent1>
        <a:accent2>
          <a:srgbClr val="00C600"/>
        </a:accent2>
        <a:accent3>
          <a:srgbClr val="AAAACA"/>
        </a:accent3>
        <a:accent4>
          <a:srgbClr val="DADADA"/>
        </a:accent4>
        <a:accent5>
          <a:srgbClr val="ADE2E2"/>
        </a:accent5>
        <a:accent6>
          <a:srgbClr val="00B300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2">
        <a:dk1>
          <a:srgbClr val="000066"/>
        </a:dk1>
        <a:lt1>
          <a:srgbClr val="FFFFFF"/>
        </a:lt1>
        <a:dk2>
          <a:srgbClr val="5D93FF"/>
        </a:dk2>
        <a:lt2>
          <a:srgbClr val="FFFFFF"/>
        </a:lt2>
        <a:accent1>
          <a:srgbClr val="6666FF"/>
        </a:accent1>
        <a:accent2>
          <a:srgbClr val="9999FF"/>
        </a:accent2>
        <a:accent3>
          <a:srgbClr val="B6C8FF"/>
        </a:accent3>
        <a:accent4>
          <a:srgbClr val="DADADA"/>
        </a:accent4>
        <a:accent5>
          <a:srgbClr val="B8B8FF"/>
        </a:accent5>
        <a:accent6>
          <a:srgbClr val="8A8AE7"/>
        </a:accent6>
        <a:hlink>
          <a:srgbClr val="FF3300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3">
        <a:dk1>
          <a:srgbClr val="000000"/>
        </a:dk1>
        <a:lt1>
          <a:srgbClr val="FFFFFF"/>
        </a:lt1>
        <a:dk2>
          <a:srgbClr val="572E88"/>
        </a:dk2>
        <a:lt2>
          <a:srgbClr val="FFFFFF"/>
        </a:lt2>
        <a:accent1>
          <a:srgbClr val="FF6600"/>
        </a:accent1>
        <a:accent2>
          <a:srgbClr val="FFCC00"/>
        </a:accent2>
        <a:accent3>
          <a:srgbClr val="B4ADC3"/>
        </a:accent3>
        <a:accent4>
          <a:srgbClr val="DADADA"/>
        </a:accent4>
        <a:accent5>
          <a:srgbClr val="FFB8AA"/>
        </a:accent5>
        <a:accent6>
          <a:srgbClr val="E7B900"/>
        </a:accent6>
        <a:hlink>
          <a:srgbClr val="33CCCC"/>
        </a:hlink>
        <a:folHlink>
          <a:srgbClr val="36CC6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4">
        <a:dk1>
          <a:srgbClr val="003366"/>
        </a:dk1>
        <a:lt1>
          <a:srgbClr val="FFFFFF"/>
        </a:lt1>
        <a:dk2>
          <a:srgbClr val="666699"/>
        </a:dk2>
        <a:lt2>
          <a:srgbClr val="FFFFFF"/>
        </a:lt2>
        <a:accent1>
          <a:srgbClr val="9966FF"/>
        </a:accent1>
        <a:accent2>
          <a:srgbClr val="00CC66"/>
        </a:accent2>
        <a:accent3>
          <a:srgbClr val="B8B8CA"/>
        </a:accent3>
        <a:accent4>
          <a:srgbClr val="DADADA"/>
        </a:accent4>
        <a:accent5>
          <a:srgbClr val="CAB8FF"/>
        </a:accent5>
        <a:accent6>
          <a:srgbClr val="00B95C"/>
        </a:accent6>
        <a:hlink>
          <a:srgbClr val="65C8FF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5">
        <a:dk1>
          <a:srgbClr val="000000"/>
        </a:dk1>
        <a:lt1>
          <a:srgbClr val="FFFFFF"/>
        </a:lt1>
        <a:dk2>
          <a:srgbClr val="336600"/>
        </a:dk2>
        <a:lt2>
          <a:srgbClr val="FFFFFF"/>
        </a:lt2>
        <a:accent1>
          <a:srgbClr val="B7C533"/>
        </a:accent1>
        <a:accent2>
          <a:srgbClr val="CCCCFF"/>
        </a:accent2>
        <a:accent3>
          <a:srgbClr val="ADB8AA"/>
        </a:accent3>
        <a:accent4>
          <a:srgbClr val="DADADA"/>
        </a:accent4>
        <a:accent5>
          <a:srgbClr val="D8DFAD"/>
        </a:accent5>
        <a:accent6>
          <a:srgbClr val="B9B9E7"/>
        </a:accent6>
        <a:hlink>
          <a:srgbClr val="FFFFCC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6">
        <a:dk1>
          <a:srgbClr val="000000"/>
        </a:dk1>
        <a:lt1>
          <a:srgbClr val="FFFFFF"/>
        </a:lt1>
        <a:dk2>
          <a:srgbClr val="006B80"/>
        </a:dk2>
        <a:lt2>
          <a:srgbClr val="C1CB75"/>
        </a:lt2>
        <a:accent1>
          <a:srgbClr val="6F8406"/>
        </a:accent1>
        <a:accent2>
          <a:srgbClr val="D9E288"/>
        </a:accent2>
        <a:accent3>
          <a:srgbClr val="AABAC0"/>
        </a:accent3>
        <a:accent4>
          <a:srgbClr val="DADADA"/>
        </a:accent4>
        <a:accent5>
          <a:srgbClr val="BBC2AA"/>
        </a:accent5>
        <a:accent6>
          <a:srgbClr val="C4CD7B"/>
        </a:accent6>
        <a:hlink>
          <a:srgbClr val="00CC00"/>
        </a:hlink>
        <a:folHlink>
          <a:srgbClr val="C0FF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7">
        <a:dk1>
          <a:srgbClr val="5F5F5F"/>
        </a:dk1>
        <a:lt1>
          <a:srgbClr val="FFFFFF"/>
        </a:lt1>
        <a:dk2>
          <a:srgbClr val="FF6600"/>
        </a:dk2>
        <a:lt2>
          <a:srgbClr val="FFFFFF"/>
        </a:lt2>
        <a:accent1>
          <a:srgbClr val="CC6600"/>
        </a:accent1>
        <a:accent2>
          <a:srgbClr val="FF6600"/>
        </a:accent2>
        <a:accent3>
          <a:srgbClr val="FFB8AA"/>
        </a:accent3>
        <a:accent4>
          <a:srgbClr val="DADADA"/>
        </a:accent4>
        <a:accent5>
          <a:srgbClr val="E2B8AA"/>
        </a:accent5>
        <a:accent6>
          <a:srgbClr val="E75C00"/>
        </a:accent6>
        <a:hlink>
          <a:srgbClr val="FFFF99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cean 8">
        <a:dk1>
          <a:srgbClr val="000000"/>
        </a:dk1>
        <a:lt1>
          <a:srgbClr val="FFFFFF"/>
        </a:lt1>
        <a:dk2>
          <a:srgbClr val="FFBA2F"/>
        </a:dk2>
        <a:lt2>
          <a:srgbClr val="A50021"/>
        </a:lt2>
        <a:accent1>
          <a:srgbClr val="FF6600"/>
        </a:accent1>
        <a:accent2>
          <a:srgbClr val="CC6600"/>
        </a:accent2>
        <a:accent3>
          <a:srgbClr val="FFD9AD"/>
        </a:accent3>
        <a:accent4>
          <a:srgbClr val="DADADA"/>
        </a:accent4>
        <a:accent5>
          <a:srgbClr val="FFB8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113</Words>
  <Application>Microsoft Office PowerPoint</Application>
  <PresentationFormat>Grand écran</PresentationFormat>
  <Paragraphs>18</Paragraphs>
  <Slides>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8" baseType="lpstr">
      <vt:lpstr>MS PGothic</vt:lpstr>
      <vt:lpstr>Arial</vt:lpstr>
      <vt:lpstr>Calibri</vt:lpstr>
      <vt:lpstr>Comic Sans MS</vt:lpstr>
      <vt:lpstr>Tahoma</vt:lpstr>
      <vt:lpstr>Wingdings</vt:lpstr>
      <vt:lpstr>Ocean</vt:lpstr>
      <vt:lpstr>Qui suis-je ? Le Concept du séjour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Qui suis-je ? Le Concept du séjour</dc:title>
  <dc:creator>Patrick</dc:creator>
  <cp:lastModifiedBy>Patrick</cp:lastModifiedBy>
  <cp:revision>1</cp:revision>
  <dcterms:created xsi:type="dcterms:W3CDTF">2025-07-29T17:19:11Z</dcterms:created>
  <dcterms:modified xsi:type="dcterms:W3CDTF">2025-07-29T17:19:28Z</dcterms:modified>
</cp:coreProperties>
</file>